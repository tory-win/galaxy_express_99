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은하철도99  |  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플러스 물류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 PLUS LOGISTICS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우리가 화주에게
다가갑니다</a:t>
            </a:r>
            <a:endParaRPr lang="en-US" sz="2300" dirty="0"/>
          </a:p>
          <a:p>
            <a:pPr indent="0" marL="0">
              <a:buNone/>
            </a:pP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철도를 찾아 헤매지 않도록,
코레일이 먼저 가능한 운송 조건을 설계하고 제안합니다.</a:t>
            </a:r>
            <a:endParaRPr lang="en-US" sz="1120" dirty="0"/>
          </a:p>
          <a:p>
            <a:pPr indent="0" marL="0">
              <a:lnSpc>
                <a:spcPct val="105000"/>
              </a:lnSpc>
              <a:buNone/>
            </a:pP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548640" y="4828032"/>
            <a:ext cx="4498848" cy="1243584"/>
          </a:xfrm>
          <a:prstGeom prst="roundRect">
            <a:avLst>
              <a:gd name="adj" fmla="val 5882"/>
            </a:avLst>
          </a:prstGeom>
          <a:solidFill>
            <a:srgbClr val="102B4F"/>
          </a:solidFill>
          <a:ln w="10160">
            <a:solidFill>
              <a:srgbClr val="23426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통합 물류 서비스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화주는 문전 운송부터 도착 마감까지, 실제 실행 가능한 하나의 답을 원합니다.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“이용 의향은 있어도 누구에게 무엇을 묻고, 어떤 조건을 바꿔야 하는지 알기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해결책 · 코레일 플러스 물류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탐색·비교·공동수송·검토 요청을 하나로 잇는 화주 중심 통합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찾아오는 물류가 아니라,
코레일이 가능한 조건을 만들어 먼저 제안하는 통합 서비스</a:t>
            </a:r>
            <a:endParaRPr lang="en-US" sz="1520" dirty="0"/>
          </a:p>
          <a:p>
            <a:pPr indent="0" marL="0">
              <a:buNone/>
            </a:pP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  <p:txBody>
          <a:bodyPr/>
          <a:p/>
        </p:txBody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  <p:txBody>
          <a:bodyPr/>
          <a:p/>
        </p:txBody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  <p:txBody>
          <a:bodyPr/>
          <a:p/>
        </p:txBody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  <p:txBody>
          <a:bodyPr/>
          <a:p/>
        </p:txBody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  <p:txBody>
          <a:bodyPr/>
          <a:p/>
        </p:txBody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  <p:txBody>
          <a:bodyPr/>
          <a:p/>
        </p:txBody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  <p:txBody>
          <a:bodyPr/>
          <a:p/>
        </p:txBody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  <p:txBody>
          <a:bodyPr/>
          <a:p/>
        </p:txBody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SYSTEM PROMPT · 핵심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 운송 메일에서 원문에 있는 값만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JSON으로 추출하세요. 없는 값은 null로 두세요.”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origin · destination · containerSize · containerCount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departureDate · deadline · hazardous · roadCost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cargo · weightTons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  <p:txBody>
          <a:bodyPr/>
          <a:p/>
        </p:txBody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RAILPOOL AI · 레일물류 최종 결과보고서</dc:title>
  <dc:subject>MOVE AI CHALLENGE 2026 본선 제출용 결과보고서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</cp:coreProperties>
</file>