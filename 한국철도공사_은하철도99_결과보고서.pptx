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0a55ce7f57849c8" /><Relationship Type="http://schemas.openxmlformats.org/officeDocument/2006/relationships/extended-properties" Target="/docProps/app.xml" Id="Rfdfdaaba13cb4599" /><Relationship Type="http://schemas.openxmlformats.org/officeDocument/2006/relationships/officeDocument" Target="/ppt/presentation.xml" Id="R1b44935807ed4718" /></Relationships>
</file>

<file path=ppt/presentation.xml><?xml version="1.0" encoding="utf-8"?>
<p:presentation xmlns:p="http://schemas.openxmlformats.org/presentationml/2006/main">
  <p:sldMasterIdLst>
    <p:sldMasterId xmlns:r="http://schemas.openxmlformats.org/officeDocument/2006/relationships" id="2147483648" r:id="R43094231d8194906"/>
  </p:sldMasterIdLst>
  <p:notesMasterIdLst>
    <p:notesMasterId xmlns:r="http://schemas.openxmlformats.org/officeDocument/2006/relationships" r:id="R21965b4c4d0e4392"/>
  </p:notesMasterIdLst>
  <p:sldIdLst>
    <p:sldId xmlns:r="http://schemas.openxmlformats.org/officeDocument/2006/relationships" id="256" r:id="R900f487e0caa4123"/>
    <p:sldId xmlns:r="http://schemas.openxmlformats.org/officeDocument/2006/relationships" id="257" r:id="R91ccecd319984e66"/>
    <p:sldId xmlns:r="http://schemas.openxmlformats.org/officeDocument/2006/relationships" id="258" r:id="Rcd12175d7e814bfb"/>
    <p:sldId xmlns:r="http://schemas.openxmlformats.org/officeDocument/2006/relationships" id="259" r:id="R67901d4a09fe4c7c"/>
    <p:sldId xmlns:r="http://schemas.openxmlformats.org/officeDocument/2006/relationships" id="260" r:id="R4f632c250f5948bb"/>
    <p:sldId xmlns:r="http://schemas.openxmlformats.org/officeDocument/2006/relationships" id="261" r:id="Rbd080bc28cc34b98"/>
    <p:sldId xmlns:r="http://schemas.openxmlformats.org/officeDocument/2006/relationships" id="262" r:id="Rd00bd2e51cdd4469"/>
    <p:sldId xmlns:r="http://schemas.openxmlformats.org/officeDocument/2006/relationships" id="263" r:id="R6742f3a72f5b47ae"/>
    <p:sldId xmlns:r="http://schemas.openxmlformats.org/officeDocument/2006/relationships" id="264" r:id="R43617627fc6a402d"/>
    <p:sldId xmlns:r="http://schemas.openxmlformats.org/officeDocument/2006/relationships" id="265" r:id="R2406f5611f85421e"/>
    <p:sldId xmlns:r="http://schemas.openxmlformats.org/officeDocument/2006/relationships" id="266" r:id="R0237afc6b0764c90"/>
    <p:sldId xmlns:r="http://schemas.openxmlformats.org/officeDocument/2006/relationships" id="267" r:id="R38a7f57132504e43"/>
    <p:sldId xmlns:r="http://schemas.openxmlformats.org/officeDocument/2006/relationships" id="268" r:id="R9da4e49028414256"/>
  </p:sldIdLst>
  <p:sldSz cx="9144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dddab5157f648a7" /><Relationship Type="http://schemas.openxmlformats.org/officeDocument/2006/relationships/slideMaster" Target="/ppt/slideMasters/slideMaster1.xml" Id="R43094231d8194906" /><Relationship Type="http://schemas.openxmlformats.org/officeDocument/2006/relationships/notesMaster" Target="/ppt/notesMasters/notesMaster1.xml" Id="R21965b4c4d0e4392" /><Relationship Type="http://schemas.openxmlformats.org/officeDocument/2006/relationships/presProps" Target="/ppt/presProps.xml" Id="R04d841c32644471e" /><Relationship Type="http://schemas.openxmlformats.org/officeDocument/2006/relationships/viewProps" Target="/ppt/viewProps.xml" Id="Re6600634c57a4b02" /><Relationship Type="http://schemas.openxmlformats.org/officeDocument/2006/relationships/tableStyles" Target="/ppt/tableStyles.xml" Id="Rc3738c2cdfbe4717" /><Relationship Type="http://schemas.openxmlformats.org/officeDocument/2006/relationships/slide" Target="/ppt/slides/slide1.xml" Id="R900f487e0caa4123" /><Relationship Type="http://schemas.openxmlformats.org/officeDocument/2006/relationships/slide" Target="/ppt/slides/slide2.xml" Id="R91ccecd319984e66" /><Relationship Type="http://schemas.openxmlformats.org/officeDocument/2006/relationships/slide" Target="/ppt/slides/slide3.xml" Id="Rcd12175d7e814bfb" /><Relationship Type="http://schemas.openxmlformats.org/officeDocument/2006/relationships/slide" Target="/ppt/slides/slide4.xml" Id="R67901d4a09fe4c7c" /><Relationship Type="http://schemas.openxmlformats.org/officeDocument/2006/relationships/slide" Target="/ppt/slides/slide5.xml" Id="R4f632c250f5948bb" /><Relationship Type="http://schemas.openxmlformats.org/officeDocument/2006/relationships/slide" Target="/ppt/slides/slide6.xml" Id="Rbd080bc28cc34b98" /><Relationship Type="http://schemas.openxmlformats.org/officeDocument/2006/relationships/slide" Target="/ppt/slides/slide7.xml" Id="Rd00bd2e51cdd4469" /><Relationship Type="http://schemas.openxmlformats.org/officeDocument/2006/relationships/slide" Target="/ppt/slides/slide8.xml" Id="R6742f3a72f5b47ae" /><Relationship Type="http://schemas.openxmlformats.org/officeDocument/2006/relationships/slide" Target="/ppt/slides/slide9.xml" Id="R43617627fc6a402d" /><Relationship Type="http://schemas.openxmlformats.org/officeDocument/2006/relationships/slide" Target="/ppt/slides/slide10.xml" Id="R2406f5611f85421e" /><Relationship Type="http://schemas.openxmlformats.org/officeDocument/2006/relationships/slide" Target="/ppt/slides/slide11.xml" Id="R0237afc6b0764c90" /><Relationship Type="http://schemas.openxmlformats.org/officeDocument/2006/relationships/slide" Target="/ppt/slides/slide12.xml" Id="R38a7f57132504e43" /><Relationship Type="http://schemas.openxmlformats.org/officeDocument/2006/relationships/slide" Target="/ppt/slides/slide13.xml" Id="R9da4e4902841425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c5369bfe9b64f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anum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anum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97b139e17344c08" /><Relationship Type="http://schemas.openxmlformats.org/officeDocument/2006/relationships/notesMaster" Target="/ppt/notesMasters/notesMaster1.xml" Id="Rebbe069cdaf94702" /></Relationships>
</file>

<file path=ppt/notesSlides/_rels/notesSlide2.xml.rels>&#65279;<?xml version="1.0" encoding="utf-8"?><Relationships xmlns="http://schemas.openxmlformats.org/package/2006/relationships"><Relationship Type="http://schemas.openxmlformats.org/officeDocument/2006/relationships/slide" Target="/ppt/slides/slide2.xml" Id="R9a793920fd5a4a19" /><Relationship Type="http://schemas.openxmlformats.org/officeDocument/2006/relationships/notesMaster" Target="/ppt/notesMasters/notesMaster1.xml" Id="R653459e5eadd4bfc" /></Relationships>
</file>

<file path=ppt/notesSlides/_rels/notesSlide3.xml.rels>&#65279;<?xml version="1.0" encoding="utf-8"?><Relationships xmlns="http://schemas.openxmlformats.org/package/2006/relationships"><Relationship Type="http://schemas.openxmlformats.org/officeDocument/2006/relationships/slide" Target="/ppt/slides/slide3.xml" Id="Re4d9909664f445dc" /><Relationship Type="http://schemas.openxmlformats.org/officeDocument/2006/relationships/notesMaster" Target="/ppt/notesMasters/notesMaster1.xml" Id="Rcb2c88b8923e4c8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07c4e44a87e49ad" /><Relationship Type="http://schemas.openxmlformats.org/officeDocument/2006/relationships/notesMaster" Target="/ppt/notesMasters/notesMaster1.xml" Id="R4d4ed8fabf0a4761" /></Relationships>
</file>

<file path=ppt/notesSlides/_rels/notesSlide5.xml.rels>&#65279;<?xml version="1.0" encoding="utf-8"?><Relationships xmlns="http://schemas.openxmlformats.org/package/2006/relationships"><Relationship Type="http://schemas.openxmlformats.org/officeDocument/2006/relationships/slide" Target="/ppt/slides/slide5.xml" Id="Rbe7a2045ad72497a" /><Relationship Type="http://schemas.openxmlformats.org/officeDocument/2006/relationships/notesMaster" Target="/ppt/notesMasters/notesMaster1.xml" Id="Re4069b8fa3734f1a" /></Relationships>
</file>

<file path=ppt/notesSlides/_rels/notesSlide6.xml.rels>&#65279;<?xml version="1.0" encoding="utf-8"?><Relationships xmlns="http://schemas.openxmlformats.org/package/2006/relationships"><Relationship Type="http://schemas.openxmlformats.org/officeDocument/2006/relationships/slide" Target="/ppt/slides/slide6.xml" Id="Re08194db0e2943af" /><Relationship Type="http://schemas.openxmlformats.org/officeDocument/2006/relationships/notesMaster" Target="/ppt/notesMasters/notesMaster1.xml" Id="R7416091f3fa2479a" /></Relationships>
</file>

<file path=ppt/notesSlides/_rels/notesSlide7.xml.rels>&#65279;<?xml version="1.0" encoding="utf-8"?><Relationships xmlns="http://schemas.openxmlformats.org/package/2006/relationships"><Relationship Type="http://schemas.openxmlformats.org/officeDocument/2006/relationships/slide" Target="/ppt/slides/slide7.xml" Id="Rc904beabe0a44f96" /><Relationship Type="http://schemas.openxmlformats.org/officeDocument/2006/relationships/notesMaster" Target="/ppt/notesMasters/notesMaster1.xml" Id="Rf5768fe1156242bf" /></Relationships>
</file>

<file path=ppt/notesSlides/_rels/notesSlide8.xml.rels>&#65279;<?xml version="1.0" encoding="utf-8"?><Relationships xmlns="http://schemas.openxmlformats.org/package/2006/relationships"><Relationship Type="http://schemas.openxmlformats.org/officeDocument/2006/relationships/slide" Target="/ppt/slides/slide8.xml" Id="R1e090662c8b44f63" /><Relationship Type="http://schemas.openxmlformats.org/officeDocument/2006/relationships/notesMaster" Target="/ppt/notesMasters/notesMaster1.xml" Id="R38874370766b4fa3" /></Relationships>
</file>

<file path=ppt/notesSlides/_rels/notesSlide9.xml.rels>&#65279;<?xml version="1.0" encoding="utf-8"?><Relationships xmlns="http://schemas.openxmlformats.org/package/2006/relationships"><Relationship Type="http://schemas.openxmlformats.org/officeDocument/2006/relationships/slide" Target="/ppt/slides/slide9.xml" Id="R22b52b5926f840c8" /><Relationship Type="http://schemas.openxmlformats.org/officeDocument/2006/relationships/notesMaster" Target="/ppt/notesMasters/notesMaster1.xml" Id="R162d2f0d11fd4e5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3bac8fa396346a9" /><Relationship Type="http://schemas.openxmlformats.org/officeDocument/2006/relationships/notesMaster" Target="/ppt/notesMasters/notesMaster1.xml" Id="Rd6f1f0e6b9d4460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3a7ed2d0ea6442e" /><Relationship Type="http://schemas.openxmlformats.org/officeDocument/2006/relationships/notesMaster" Target="/ppt/notesMasters/notesMaster1.xml" Id="R8652f3fc05bf46b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67de545dcf84c7f" /><Relationship Type="http://schemas.openxmlformats.org/officeDocument/2006/relationships/notesMaster" Target="/ppt/notesMasters/notesMaster1.xml" Id="R22e829796b44484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28715234aee4144" /><Relationship Type="http://schemas.openxmlformats.org/officeDocument/2006/relationships/notesMaster" Target="/ppt/notesMasters/notesMaster1.xml" Id="R8aa94bb655224d0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User-provided main-cover composition retained from the supplied report template, reconfirmed 2026-08-13.</a:t>
            </a:r>
            <a:endParaRPr/>
          </a:p>
          <a:p xmlns:a="http://schemas.openxmlformats.org/drawingml/2006/main">
            <a:r>
              <a:t>- Latest deterministic product capture from commit 80e099d: latest-ui/01-dashboard-final.png.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OpenAI image generation, rail freight terminal background created for this report, 2026-08-13.</a:t>
            </a:r>
            <a:endParaRPr/>
          </a:p>
          <a:p xmlns:a="http://schemas.openxmlformats.org/drawingml/2006/main">
            <a:r>
              <a:t>- User-specified one-sentence divider, reconfirmed 2026-08-13.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Item overview reorganized to satisfy the requested service introduction, execution process, and ideation structure.</a:t>
            </a:r>
            <a:endParaRPr/>
          </a:p>
          <a:p xmlns:a="http://schemas.openxmlformats.org/drawingml/2006/main">
            <a:r>
              <a:t>- Ideation narrative supplied and confirmed by the user on 2026-08-13.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Problem-recognition narrative and passive-to-active service framing supplied by the user on 2026-08-13.</a:t>
            </a:r>
            <a:endParaRPr/>
          </a:p>
          <a:p xmlns:a="http://schemas.openxmlformats.org/drawingml/2006/main">
            <a:r>
              <a:t>- This page is a problem hypothesis for the challenge report, not a measured KORAIL performance claim.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Latest deterministic product capture from commit 80e099d: latest-ui/01-dashboard-final.png.</a:t>
            </a:r>
            <a:endParaRPr/>
          </a:p>
          <a:p xmlns:a="http://schemas.openxmlformats.org/drawingml/2006/main">
            <a:r>
              <a:t>- Product flow and safety boundary: src/rail-logistics and server/src, commit 80e099d.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Architecture verified against package.json, docker-compose.yml, server/src, agents/src, and src/rail-logistics at commit 80e099d.</a:t>
            </a:r>
            <a:endParaRPr/>
          </a:p>
          <a:p xmlns:a="http://schemas.openxmlformats.org/drawingml/2006/main">
            <a:r>
              <a:t>- Runtime evidence observed on 2026-08-13 KST: Web, API, PostgreSQL, and ten shipper-agent containers healthy.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Latest product captures from commit 80e099d: latest-ui/01-dashboard-final.png, 04-review-scope-final.png, 05-proposals-final.png, 13-notifications-actions-final.png.</a:t>
            </a:r>
            <a:endParaRPr/>
          </a:p>
          <a:p xmlns:a="http://schemas.openxmlformats.org/drawingml/2006/main">
            <a:r>
              <a:t>- The removed email intake is not presented in this wireframe or narrative; current navigation wording is “AI에게 운송 요청하기”.</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Deterministic product captures: latest-ui/06-comparison-final.png, 08-pool-reached-final.png, 11-review-complete-final.png.</a:t>
            </a:r>
            <a:endParaRPr/>
          </a:p>
          <a:p xmlns:a="http://schemas.openxmlformats.org/drawingml/2006/main">
            <a:r>
              <a:t>- Demo pool event uses R-DEMO-VIDEO in demo mode; values are identified as scenario data, not live freight commitments.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Implementation: src/rail-logistics, server/src/demo-engine.js, server/src/presentation.js, agents/src at commit 80e099d.</a:t>
            </a:r>
            <a:endParaRPr/>
          </a:p>
          <a:p xmlns:a="http://schemas.openxmlformats.org/drawingml/2006/main">
            <a:r>
              <a:t>- Safety assertions covered by server/test/demo-engine.test.js and current UI wording.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Exact implementation contract: server/src/ai-client.js and server/src/index.js at commit 80e099d.</a:t>
            </a:r>
            <a:endParaRPr/>
          </a:p>
          <a:p xmlns:a="http://schemas.openxmlformats.org/drawingml/2006/main">
            <a:r>
              <a:t>- Model default: gpt-5.6-sol; endpoint: Responses-compatible API; timeout: 12 seconds; input limit: 30,000 characters.</a:t>
            </a:r>
            <a:endParaRPr/>
          </a:p>
          <a:p xmlns:a="http://schemas.openxmlformats.org/drawingml/2006/main">
            <a:r>
              <a:t>- Normalization and unsupported-field rejection verified in server/test/demo-engine.test.js.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pnpm check on 2026-08-13 KST: design-system PASS, Vite build PASS, server 8/8, agent 2/2.</a:t>
            </a:r>
            <a:endParaRPr/>
          </a:p>
          <a:p xmlns:a="http://schemas.openxmlformats.org/drawingml/2006/main">
            <a:r>
              <a:t>- Public deterministic demo Playwright: tests/e2e/demo-mode.spec.js 3/3 PASS.</a:t>
            </a:r>
            <a:endParaRPr/>
          </a:p>
          <a:p xmlns:a="http://schemas.openxmlformats.org/drawingml/2006/main">
            <a:r>
              <a:t>- docker compose ps: Web, API, PostgreSQL, and ten shipper-agent containers healthy.</a:t>
            </a:r>
            <a:endParaRPr/>
          </a:p>
          <a:p xmlns:a="http://schemas.openxmlformats.org/drawingml/2006/main">
            <a:r>
              <a:t>- Screenshot: latest-ui/12-notifications-top-final.png from the public demo route.</a:t>
            </a:r>
            <a:endParaRPr/>
          </a:p>
          <a:p xmlns:a="http://schemas.openxmlformats.org/drawingml/2006/main">
            <a:r>
              <a:t>- Narrated two-minute 1080p demo published at commit 9e8ce48; public playback, byte-range response, matching local/public hash, and mock cleanup verified.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Limitations are based on the current product boundary and runtime verified on 2026-08-13.</a:t>
            </a:r>
            <a:endParaRPr/>
          </a:p>
          <a:p xmlns:a="http://schemas.openxmlformats.org/drawingml/2006/main">
            <a:r>
              <a:t>- Future improvements are implementation directions, not confirmed operational commitments or performance targets.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Demo flow: tests/e2e/railpool-flow.spec.js and tests/e2e/demo-mode.spec.js at commit 80e099d.</a:t>
            </a:r>
            <a:endParaRPr/>
          </a:p>
          <a:p xmlns:a="http://schemas.openxmlformats.org/drawingml/2006/main">
            <a:r>
              <a:t>- Narrated two-minute demo: https://macmini.tailbba978.ts.net/galaxy-express/preview/railpool-ai-demo.html, commit 9e8ce48.</a:t>
            </a:r>
            <a:endParaRPr/>
          </a:p>
          <a:p xmlns:a="http://schemas.openxmlformats.org/drawingml/2006/main">
            <a:r>
              <a:t>- Repository: github.com/tory-win/Galaxy_Express_99.</a:t>
            </a:r>
            <a:endParaRPr/>
          </a:p>
          <a:p xmlns:a="http://schemas.openxmlformats.org/drawingml/2006/main">
            <a:r>
              <a:t>- Public demo: https://macmini.tailbba978.ts.net/galaxy-express/preview/.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f1163f491ec459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6e5d85e9fa44621"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REPORT">
    <p:bg>
      <p:bgPr>
        <a:solidFill xmlns:a="http://schemas.openxmlformats.org/drawingml/2006/main">
          <a:srgbClr val="F5F7FB"/>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04f72493a04d12" /><Relationship Type="http://schemas.openxmlformats.org/officeDocument/2006/relationships/slideLayout" Target="/ppt/slideLayouts/slideLayout1.xml" Id="R9d713e426ca74236" /><Relationship Type="http://schemas.openxmlformats.org/officeDocument/2006/relationships/slideLayout" Target="/ppt/slideLayouts/slideLayout2.xml" Id="R3d8767028e1f478a"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d713e426ca74236"/>
    <p:sldLayoutId xmlns:r="http://schemas.openxmlformats.org/officeDocument/2006/relationships" id="2147483650" r:id="R3d8767028e1f478a"/>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anum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anum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23410277ffd4950" /><Relationship Type="http://schemas.openxmlformats.org/officeDocument/2006/relationships/image" Target="/ppt/media/image.png" Id="R5d249cc19e174a0e" /><Relationship Type="http://schemas.openxmlformats.org/officeDocument/2006/relationships/image" Target="/ppt/media/image.svg" Id="Rd4ac3474ed594509" /><Relationship Type="http://schemas.openxmlformats.org/officeDocument/2006/relationships/image" Target="/ppt/media/image2.png" Id="Rb5f3cfaedc3e4907" /><Relationship Type="http://schemas.openxmlformats.org/officeDocument/2006/relationships/notesSlide" Target="/ppt/notesSlides/notesSlide1.xml" Id="R3bf6c1f944f94b3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f293f980acb426f" /><Relationship Type="http://schemas.openxmlformats.org/officeDocument/2006/relationships/image" Target="/ppt/media/image3.png" Id="R6bb34450fd794332" /><Relationship Type="http://schemas.openxmlformats.org/officeDocument/2006/relationships/image" Target="/ppt/media/image4.png" Id="R028e2266a46b4725" /><Relationship Type="http://schemas.openxmlformats.org/officeDocument/2006/relationships/notesSlide" Target="/ppt/notesSlides/notesSlide2.xml" Id="Rf71ae355259c4452"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079ac251c4d54b38" /><Relationship Type="http://schemas.openxmlformats.org/officeDocument/2006/relationships/notesSlide" Target="/ppt/notesSlides/notesSlide3.xml" Id="R90507c759a134034"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7d8cc908e91e4455" /><Relationship Type="http://schemas.openxmlformats.org/officeDocument/2006/relationships/notesSlide" Target="/ppt/notesSlides/notesSlide4.xml" Id="R79b837d3a6424d17"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ed4da010e05844c3" /><Relationship Type="http://schemas.openxmlformats.org/officeDocument/2006/relationships/image" Target="/ppt/media/image5.png" Id="R47aa0b9c2faa4750" /><Relationship Type="http://schemas.openxmlformats.org/officeDocument/2006/relationships/notesSlide" Target="/ppt/notesSlides/notesSlide5.xml" Id="Rb6aa03e16b924dd4"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a663ff27105b4abb" /><Relationship Type="http://schemas.openxmlformats.org/officeDocument/2006/relationships/notesSlide" Target="/ppt/notesSlides/notesSlide6.xml" Id="Ra56a11b368c4483a"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c3adef5a2f00462c" /><Relationship Type="http://schemas.openxmlformats.org/officeDocument/2006/relationships/image" Target="/ppt/media/image5.png" Id="R8c0a0a2e42a44fc8" /><Relationship Type="http://schemas.openxmlformats.org/officeDocument/2006/relationships/image" Target="/ppt/media/image6.png" Id="R5a50fb617a5b4893" /><Relationship Type="http://schemas.openxmlformats.org/officeDocument/2006/relationships/image" Target="/ppt/media/image7.png" Id="R917de5145c79442c" /><Relationship Type="http://schemas.openxmlformats.org/officeDocument/2006/relationships/image" Target="/ppt/media/image8.png" Id="Rece16afdb30146d3" /><Relationship Type="http://schemas.openxmlformats.org/officeDocument/2006/relationships/notesSlide" Target="/ppt/notesSlides/notesSlide7.xml" Id="R9ccd3e6dae89496a"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2a016f01d57643df" /><Relationship Type="http://schemas.openxmlformats.org/officeDocument/2006/relationships/image" Target="/ppt/media/image9.png" Id="R5f6d21b159264e6f" /><Relationship Type="http://schemas.openxmlformats.org/officeDocument/2006/relationships/image" Target="/ppt/media/image10.png" Id="Rc8a8b26cbde54506" /><Relationship Type="http://schemas.openxmlformats.org/officeDocument/2006/relationships/image" Target="/ppt/media/image11.png" Id="R4dcaec2dc8814a9d" /><Relationship Type="http://schemas.openxmlformats.org/officeDocument/2006/relationships/notesSlide" Target="/ppt/notesSlides/notesSlide8.xml" Id="R4b5d84864e454298"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631f1f7ff966411c" /><Relationship Type="http://schemas.openxmlformats.org/officeDocument/2006/relationships/notesSlide" Target="/ppt/notesSlides/notesSlide9.xml" Id="R1517dabf745c4e1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e9d0612daa7448b1" /><Relationship Type="http://schemas.openxmlformats.org/officeDocument/2006/relationships/notesSlide" Target="/ppt/notesSlides/notesSlide10.xml" Id="R41a920fe1386442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f473d319cf7343c5" /><Relationship Type="http://schemas.openxmlformats.org/officeDocument/2006/relationships/image" Target="/ppt/media/image3.png" Id="R0b55331a77474225" /><Relationship Type="http://schemas.openxmlformats.org/officeDocument/2006/relationships/notesSlide" Target="/ppt/notesSlides/notesSlide11.xml" Id="Rf242a25fc5624da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133b351829f44f6b" /><Relationship Type="http://schemas.openxmlformats.org/officeDocument/2006/relationships/notesSlide" Target="/ppt/notesSlides/notesSlide12.xml" Id="R0051cc3b0010475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8136dec051e24909" /><Relationship Type="http://schemas.openxmlformats.org/officeDocument/2006/relationships/hyperlink" Target="https://github.com/tory-win/Galaxy_Express_99" TargetMode="External" Id="Rfd4fcb5559e24fe8" /><Relationship Type="http://schemas.openxmlformats.org/officeDocument/2006/relationships/hyperlink" Target="https://github.com/tory-win/Galaxy_Express_99" TargetMode="External" Id="R0d427a03a2c444aa" /><Relationship Type="http://schemas.openxmlformats.org/officeDocument/2006/relationships/hyperlink" Target="https://macmini.tailbba978.ts.net/galaxy-express/preview/" TargetMode="External" Id="R879de67f3bf943f4" /><Relationship Type="http://schemas.openxmlformats.org/officeDocument/2006/relationships/hyperlink" Target="https://macmini.tailbba978.ts.net/galaxy-express/preview/" TargetMode="External" Id="R53a70714dea142db" /><Relationship Type="http://schemas.openxmlformats.org/officeDocument/2006/relationships/notesSlide" Target="/ppt/notesSlides/notesSlide13.xml" Id="R86fd9234b5354f32" /></Relationships>
</file>

<file path=ppt/slides/slide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E98CD87-4BB9-471B-919A-93171CF10056}"/>
              </a:ext>
            </a:extLst>
          </p:cNvPr>
          <p:cNvSpPr>
            <a:spLocks xmlns:a="http://schemas.openxmlformats.org/drawingml/2006/main" noGrp="1"/>
          </p:cNvSpPr>
          <p:nvPr/>
        </p:nvSpPr>
        <p:spPr>
          <a:xfrm xmlns:a="http://schemas.openxmlformats.org/drawingml/2006/main">
            <a:off x="0" y="0"/>
            <a:ext cx="5623560" cy="6858000"/>
          </a:xfrm>
          <a:prstGeom xmlns:a="http://schemas.openxmlformats.org/drawingml/2006/main" prst="rect">
            <a:avLst/>
          </a:prstGeom>
          <a:solidFill xmlns:a="http://schemas.openxmlformats.org/drawingml/2006/main">
            <a:srgbClr val="0B1F3A"/>
          </a:solidFill>
          <a:ln xmlns:a="http://schemas.openxmlformats.org/drawingml/2006/main" w="12700">
            <a:solidFill>
              <a:srgbClr val="0B1F3A"/>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Shape 2">
            <a:extLst xmlns:a="http://schemas.openxmlformats.org/drawingml/2006/main">
              <a:ext uri="{FF2B5EF4-FFF2-40B4-BE49-F238E27FC236}">
                <a16:creationId xmlns:a16="http://schemas.microsoft.com/office/drawing/2014/main" id="{792C1BF1-4C78-445C-A07D-02D2B5EA34E6}"/>
              </a:ext>
            </a:extLst>
          </p:cNvPr>
          <p:cNvSpPr>
            <a:spLocks xmlns:a="http://schemas.openxmlformats.org/drawingml/2006/main" noGrp="1"/>
          </p:cNvSpPr>
          <p:nvPr/>
        </p:nvSpPr>
        <p:spPr>
          <a:xfrm xmlns:a="http://schemas.openxmlformats.org/drawingml/2006/main">
            <a:off x="4343400" y="4462272"/>
            <a:ext cx="1920240" cy="1920240"/>
          </a:xfrm>
          <a:prstGeom xmlns:a="http://schemas.openxmlformats.org/drawingml/2006/main" prst="ellipse">
            <a:avLst/>
          </a:prstGeom>
          <a:solidFill xmlns:a="http://schemas.openxmlformats.org/drawingml/2006/main">
            <a:srgbClr val="39D98A">
              <a:alpha val="22000"/>
            </a:srgbClr>
          </a:solidFill>
          <a:ln xmlns:a="http://schemas.openxmlformats.org/drawingml/2006/main" w="12700">
            <a:solidFill>
              <a:srgbClr val="39D98A">
                <a:alpha val="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78EFC5D-4BD9-45F5-97A5-EB00BC7FA1A2}"/>
              </a:ext>
            </a:extLst>
          </p:cNvPr>
          <p:cNvSpPr>
            <a:spLocks xmlns:a="http://schemas.openxmlformats.org/drawingml/2006/main" noGrp="1"/>
          </p:cNvSpPr>
          <p:nvPr/>
        </p:nvSpPr>
        <p:spPr>
          <a:xfrm xmlns:a="http://schemas.openxmlformats.org/drawingml/2006/main">
            <a:off x="530352" y="438912"/>
            <a:ext cx="2857500" cy="274320"/>
          </a:xfrm>
          <a:prstGeom xmlns:a="http://schemas.openxmlformats.org/drawingml/2006/main" prst="roundRect">
            <a:avLst>
              <a:gd name="adj" fmla="val 26667"/>
            </a:avLst>
          </a:prstGeom>
          <a:solidFill xmlns:a="http://schemas.openxmlformats.org/drawingml/2006/main">
            <a:srgbClr val="15345C"/>
          </a:solidFill>
          <a:ln xmlns:a="http://schemas.openxmlformats.org/drawingml/2006/main" w="12700">
            <a:solidFill>
              <a:srgbClr val="15345C"/>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A0C155BC-225C-4803-B46D-CFABFF3E0157}"/>
              </a:ext>
            </a:extLst>
          </p:cNvPr>
          <p:cNvSpPr>
            <a:spLocks xmlns:a="http://schemas.openxmlformats.org/drawingml/2006/main" noGrp="1"/>
          </p:cNvSpPr>
          <p:nvPr/>
        </p:nvSpPr>
        <p:spPr>
          <a:xfrm xmlns:a="http://schemas.openxmlformats.org/drawingml/2006/main">
            <a:off x="603504" y="448056"/>
            <a:ext cx="271119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825" b="1">
                <a:solidFill>
                  <a:srgbClr val="FFFFFF"/>
                </a:solidFill>
                <a:latin typeface="NanumGothic"/>
                <a:ea typeface="NanumGothic"/>
                <a:cs typeface="NanumGothic"/>
              </a:rPr>
              <a:t>은하철도99  |  MOVE AI CHALLENGE 2026</a:t>
            </a:r>
            <a:endParaRPr sz="950"/>
          </a:p>
        </p:txBody>
      </p:sp>
      <p:sp>
        <p:nvSpPr>
          <p:cNvPr id="7" name="Text 5">
            <a:extLst xmlns:a="http://schemas.openxmlformats.org/drawingml/2006/main">
              <a:ext uri="{FF2B5EF4-FFF2-40B4-BE49-F238E27FC236}">
                <a16:creationId xmlns:a16="http://schemas.microsoft.com/office/drawing/2014/main" id="{2D68410B-9E5B-4914-9892-ED066D7EDE66}"/>
              </a:ext>
            </a:extLst>
          </p:cNvPr>
          <p:cNvSpPr>
            <a:spLocks xmlns:a="http://schemas.openxmlformats.org/drawingml/2006/main" noGrp="1"/>
          </p:cNvSpPr>
          <p:nvPr/>
        </p:nvSpPr>
        <p:spPr>
          <a:xfrm xmlns:a="http://schemas.openxmlformats.org/drawingml/2006/main">
            <a:off x="548640" y="1225296"/>
            <a:ext cx="461772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400" b="1">
                <a:solidFill>
                  <a:srgbClr val="FFFFFF"/>
                </a:solidFill>
                <a:latin typeface="NanumGothic"/>
                <a:ea typeface="NanumGothic"/>
                <a:cs typeface="NanumGothic"/>
              </a:rPr>
              <a:t>레일물류 AI</a:t>
            </a:r>
            <a:endParaRPr sz="3400"/>
          </a:p>
        </p:txBody>
      </p:sp>
      <p:sp>
        <p:nvSpPr>
          <p:cNvPr id="8" name="Text 6">
            <a:extLst xmlns:a="http://schemas.openxmlformats.org/drawingml/2006/main">
              <a:ext uri="{FF2B5EF4-FFF2-40B4-BE49-F238E27FC236}">
                <a16:creationId xmlns:a16="http://schemas.microsoft.com/office/drawing/2014/main" id="{FB138DCC-8808-4522-89D5-7F5D32C36C2A}"/>
              </a:ext>
            </a:extLst>
          </p:cNvPr>
          <p:cNvSpPr>
            <a:spLocks xmlns:a="http://schemas.openxmlformats.org/drawingml/2006/main" noGrp="1"/>
          </p:cNvSpPr>
          <p:nvPr/>
        </p:nvSpPr>
        <p:spPr>
          <a:xfrm xmlns:a="http://schemas.openxmlformats.org/drawingml/2006/main">
            <a:off x="548640" y="1901952"/>
            <a:ext cx="45720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2000" b="1">
                <a:solidFill>
                  <a:srgbClr val="7FB2FF"/>
                </a:solidFill>
                <a:latin typeface="NanumGothic"/>
                <a:ea typeface="NanumGothic"/>
                <a:cs typeface="NanumGothic"/>
              </a:rPr>
              <a:t>RAIL LOGISTICS AI</a:t>
            </a:r>
            <a:endParaRPr sz="2000"/>
          </a:p>
        </p:txBody>
      </p:sp>
      <p:sp>
        <p:nvSpPr>
          <p:cNvPr id="9" name="Text 7">
            <a:extLst xmlns:a="http://schemas.openxmlformats.org/drawingml/2006/main">
              <a:ext uri="{FF2B5EF4-FFF2-40B4-BE49-F238E27FC236}">
                <a16:creationId xmlns:a16="http://schemas.microsoft.com/office/drawing/2014/main" id="{B6333C61-3A97-464C-872C-7FDCFBF70DCB}"/>
              </a:ext>
            </a:extLst>
          </p:cNvPr>
          <p:cNvSpPr>
            <a:spLocks xmlns:a="http://schemas.openxmlformats.org/drawingml/2006/main" noGrp="1"/>
          </p:cNvSpPr>
          <p:nvPr/>
        </p:nvSpPr>
        <p:spPr>
          <a:xfrm xmlns:a="http://schemas.openxmlformats.org/drawingml/2006/main">
            <a:off x="548640" y="2542032"/>
            <a:ext cx="4462272" cy="98755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r>
              <a:rPr sz="2300" b="1">
                <a:solidFill>
                  <a:srgbClr val="FFFFFF"/>
                </a:solidFill>
                <a:latin typeface="NanumGothic"/>
                <a:ea typeface="NanumGothic"/>
                <a:cs typeface="NanumGothic"/>
              </a:rPr>
              <a:t>우리가 화주에게</a:t>
            </a:r>
            <a:endParaRPr sz="2300"/>
          </a:p>
          <a:p xmlns:a="http://schemas.openxmlformats.org/drawingml/2006/main">
            <a:pPr marL="0" indent="0">
              <a:buNone/>
            </a:pPr>
            <a:r>
              <a:rPr>
                <a:solidFill>
                  <a:srgbClr val="FFFFFF"/>
                </a:solidFill>
              </a:rPr>
              <a:t>다가갑니다</a:t>
            </a:r>
            <a:endParaRPr sz="2300"/>
          </a:p>
        </p:txBody>
      </p:sp>
      <p:sp>
        <p:nvSpPr>
          <p:cNvPr id="10" name="Text 8">
            <a:extLst xmlns:a="http://schemas.openxmlformats.org/drawingml/2006/main">
              <a:ext uri="{FF2B5EF4-FFF2-40B4-BE49-F238E27FC236}">
                <a16:creationId xmlns:a16="http://schemas.microsoft.com/office/drawing/2014/main" id="{107DDCB8-5F78-4D29-901E-C223AE471F47}"/>
              </a:ext>
            </a:extLst>
          </p:cNvPr>
          <p:cNvSpPr>
            <a:spLocks xmlns:a="http://schemas.openxmlformats.org/drawingml/2006/main" noGrp="1"/>
          </p:cNvSpPr>
          <p:nvPr/>
        </p:nvSpPr>
        <p:spPr>
          <a:xfrm xmlns:a="http://schemas.openxmlformats.org/drawingml/2006/main">
            <a:off x="548640" y="3721608"/>
            <a:ext cx="452628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87167"/>
          </a:bodyPr>
          <a:lstStyle xmlns:a="http://schemas.openxmlformats.org/drawingml/2006/main"/>
          <a:p xmlns:a="http://schemas.openxmlformats.org/drawingml/2006/main">
            <a:pPr marL="0" indent="0">
              <a:lnSpc>
                <a:spcPct val="105000"/>
              </a:lnSpc>
              <a:buNone/>
            </a:pPr>
            <a:r>
              <a:rPr sz="1120">
                <a:solidFill>
                  <a:srgbClr val="C8D3E3"/>
                </a:solidFill>
                <a:latin typeface="NanumGothic"/>
                <a:ea typeface="NanumGothic"/>
                <a:cs typeface="NanumGothic"/>
              </a:rPr>
              <a:t>화주가 철도를 찾아 헤매지 않도록,</a:t>
            </a:r>
            <a:endParaRPr sz="1120"/>
          </a:p>
          <a:p xmlns:a="http://schemas.openxmlformats.org/drawingml/2006/main">
            <a:pPr marL="0" indent="0">
              <a:lnSpc>
                <a:spcPct val="105000"/>
              </a:lnSpc>
              <a:buNone/>
            </a:pPr>
            <a:r>
              <a:rPr>
                <a:solidFill>
                  <a:srgbClr val="C8D3E3"/>
                </a:solidFill>
              </a:rPr>
              <a:t>레일물류 AI가 먼저 가능한 운송 조건과 다음 행동을 제안합니다.</a:t>
            </a:r>
            <a:endParaRPr sz="1120"/>
          </a:p>
        </p:txBody>
      </p:sp>
      <p:sp>
        <p:nvSpPr>
          <p:cNvPr id="21" name="Shape 19">
            <a:extLst xmlns:a="http://schemas.openxmlformats.org/drawingml/2006/main">
              <a:ext uri="{FF2B5EF4-FFF2-40B4-BE49-F238E27FC236}">
                <a16:creationId xmlns:a16="http://schemas.microsoft.com/office/drawing/2014/main" id="{9598F2E5-A176-430C-AB5B-A15127CDA866}"/>
              </a:ext>
            </a:extLst>
          </p:cNvPr>
          <p:cNvSpPr>
            <a:spLocks xmlns:a="http://schemas.openxmlformats.org/drawingml/2006/main" noGrp="1"/>
          </p:cNvSpPr>
          <p:nvPr/>
        </p:nvSpPr>
        <p:spPr>
          <a:xfrm xmlns:a="http://schemas.openxmlformats.org/drawingml/2006/main">
            <a:off x="6121908" y="571500"/>
            <a:ext cx="2587752" cy="5483071"/>
          </a:xfrm>
          <a:prstGeom xmlns:a="http://schemas.openxmlformats.org/drawingml/2006/main" prst="roundRect">
            <a:avLst>
              <a:gd name="adj" fmla="val 2827"/>
            </a:avLst>
          </a:prstGeom>
          <a:solidFill xmlns:a="http://schemas.openxmlformats.org/drawingml/2006/main">
            <a:srgbClr val="FFFFFF"/>
          </a:solidFill>
          <a:ln xmlns:a="http://schemas.openxmlformats.org/drawingml/2006/main" w="13970">
            <a:solidFill>
              <a:srgbClr val="BFD0E7"/>
            </a:solidFill>
            <a:prstDash val="solid"/>
          </a:ln>
          <a:effectLst xmlns:a="http://schemas.openxmlformats.org/drawingml/2006/main">
            <a:outerShdw blurRad="25400" dist="50800" dir="2700000" algn="bl" rotWithShape="0">
              <a:srgbClr val="0B1F3A">
                <a:alpha val="13000"/>
              </a:srgbClr>
            </a:outerShdw>
          </a:effectLst>
        </p:spPr>
        <p:txBody>
          <a:bodyPr xmlns:a="http://schemas.openxmlformats.org/drawingml/2006/main"/>
          <a:lstStyle xmlns:a="http://schemas.openxmlformats.org/drawingml/2006/main"/>
          <a:p xmlns:a="http://schemas.openxmlformats.org/drawingml/2006/main">
            <a:endParaRPr/>
          </a:p>
        </p:txBody>
      </p:sp>
      <p:sp>
        <p:nvSpPr>
          <p:cNvPr id="23" name="Text 20">
            <a:extLst xmlns:a="http://schemas.openxmlformats.org/drawingml/2006/main">
              <a:ext uri="{FF2B5EF4-FFF2-40B4-BE49-F238E27FC236}">
                <a16:creationId xmlns:a16="http://schemas.microsoft.com/office/drawing/2014/main" id="{4571DC9D-24E1-417A-A472-22C78B2DF9A2}"/>
              </a:ext>
            </a:extLst>
          </p:cNvPr>
          <p:cNvSpPr>
            <a:spLocks xmlns:a="http://schemas.openxmlformats.org/drawingml/2006/main" noGrp="1"/>
          </p:cNvSpPr>
          <p:nvPr/>
        </p:nvSpPr>
        <p:spPr>
          <a:xfrm xmlns:a="http://schemas.openxmlformats.org/drawingml/2006/main">
            <a:off x="6601968" y="6236208"/>
            <a:ext cx="1645920"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820" b="1" spc="120">
                <a:solidFill>
                  <a:srgbClr val="1769E8"/>
                </a:solidFill>
                <a:latin typeface="NanumGothic"/>
                <a:ea typeface="NanumGothic"/>
                <a:cs typeface="NanumGothic"/>
              </a:rPr>
              <a:t>레일물류 AI 서비스</a:t>
            </a:r>
            <a:endParaRPr sz="820"/>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5d249cc19e174a0e">
            <a:extLst>
              <a:ext uri="{96DAC541-7B7A-43D3-8B79-37D633B846F1}">
                <asvg:svgBlip xmlns:asvg="http://schemas.microsoft.com/office/drawing/2016/SVG/main" r:embed="Rd4ac3474ed594509"/>
              </a:ext>
            </a:extLst>
          </a:blip>
          <a:stretch xmlns:a="http://schemas.openxmlformats.org/drawingml/2006/main"/>
        </p:blipFill>
        <p:spPr>
          <a:xfrm xmlns:a="http://schemas.openxmlformats.org/drawingml/2006/main">
            <a:off x="3520440" y="0"/>
            <a:ext cx="3657600" cy="2880360"/>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b5f3cfaedc3e4907"/>
          <a:stretch xmlns:a="http://schemas.openxmlformats.org/drawingml/2006/main"/>
        </p:blipFill>
        <p:spPr>
          <a:xfrm xmlns:a="http://schemas.openxmlformats.org/drawingml/2006/main">
            <a:off x="6172201" y="621792"/>
            <a:ext cx="2487166" cy="5382482"/>
          </a:xfrm>
          <a:prstGeom xmlns:a="http://schemas.openxmlformats.org/drawingml/2006/main" prst="rect">
            <a:avLst/>
          </a:prstGeom>
        </p:spPr>
      </p:pic>
    </p:spTree>
    <p:extLst>
      <p:ext uri="{BB962C8B-B14F-4D97-AF65-F5344CB8AC3E}">
        <p14:creationId xmlns:p14="http://schemas.microsoft.com/office/powerpoint/2010/main" val="575891633"/>
      </p:ext>
    </p:extLst>
  </p:cSld>
</p:sld>
</file>

<file path=ppt/slides/slide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pic>
        <p:nvPicPr>
          <p:cNvPr id="28" name="Image 0"/>
          <p:cNvPicPr>
            <a:picLocks xmlns:a="http://schemas.openxmlformats.org/drawingml/2006/main" noChangeAspect="1"/>
          </p:cNvPicPr>
          <p:nvPr/>
        </p:nvPicPr>
        <p:blipFill>
          <a:blip xmlns:r="http://schemas.openxmlformats.org/officeDocument/2006/relationships" xmlns:a="http://schemas.openxmlformats.org/drawingml/2006/main" r:embed="R6bb34450fd794332"/>
          <a:stretch xmlns:a="http://schemas.openxmlformats.org/drawingml/2006/main">
            <a:fillRect l="0" t="0" r="0" b="0"/>
          </a:stretch>
        </p:blipFill>
        <p:spPr>
          <a:xfrm xmlns:a="http://schemas.openxmlformats.org/drawingml/2006/main">
            <a:off x="6172200" y="621792"/>
            <a:ext cx="2487168" cy="5382487"/>
          </a:xfrm>
          <a:prstGeom xmlns:a="http://schemas.openxmlformats.org/drawingml/2006/main" prst="rect">
            <a:avLst/>
          </a:prstGeom>
        </p:spPr>
      </p:pic>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028e2266a46b4725"/>
          <a:srcRect xmlns:a="http://schemas.openxmlformats.org/drawingml/2006/main" l="12480" t="0" r="12480" b="0"/>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sp>
        <p:nvSpPr>
          <p:cNvPr id="26" name="Cover readability overlay">
            <a:extLst xmlns:a="http://schemas.openxmlformats.org/drawingml/2006/main">
              <a:ext uri="{FF2B5EF4-FFF2-40B4-BE49-F238E27FC236}">
                <a16:creationId xmlns:a16="http://schemas.microsoft.com/office/drawing/2014/main" id="{B7DC32E4-17C3-4DA7-AAD6-6AA355CD12B8}"/>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06172E">
              <a:alpha val="62000"/>
            </a:srgbClr>
          </a:solidFill>
          <a:ln xmlns:a="http://schemas.openxmlformats.org/drawingml/2006/main" w="0">
            <a:solidFill>
              <a:srgbClr val="06172E">
                <a:alpha val="0"/>
              </a:srgbClr>
            </a:solidFill>
          </a:ln>
        </p:spPr>
      </p:sp>
      <p:sp>
        <p:nvSpPr>
          <p:cNvPr id="27" name="Cover headline">
            <a:extLst xmlns:a="http://schemas.openxmlformats.org/drawingml/2006/main">
              <a:ext uri="{FF2B5EF4-FFF2-40B4-BE49-F238E27FC236}">
                <a16:creationId xmlns:a16="http://schemas.microsoft.com/office/drawing/2014/main" id="{97FA7654-2620-4214-B8D6-D5DF036E859C}"/>
              </a:ext>
            </a:extLst>
          </p:cNvPr>
          <p:cNvSpPr>
            <a:spLocks xmlns:a="http://schemas.openxmlformats.org/drawingml/2006/main" noGrp="1"/>
          </p:cNvSpPr>
          <p:nvPr/>
        </p:nvSpPr>
        <p:spPr>
          <a:xfrm xmlns:a="http://schemas.openxmlformats.org/drawingml/2006/main">
            <a:off x="590550" y="2628900"/>
            <a:ext cx="7962900" cy="16002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3900" b="1">
                <a:solidFill>
                  <a:srgbClr val="FFFFFF"/>
                </a:solidFill>
                <a:latin typeface="Pretendard"/>
                <a:ea typeface="Pretendard"/>
                <a:cs typeface="Pretendard"/>
              </a:defRPr>
            </a:pPr>
            <a:r>
              <a:rPr sz="3900" b="1">
                <a:solidFill>
                  <a:srgbClr val="FFFFFF"/>
                </a:solidFill>
                <a:latin typeface="Pretendard"/>
                <a:ea typeface="Pretendard"/>
                <a:cs typeface="Pretendard"/>
              </a:rPr>
              <a:t>물류, 이제 AI가 찾아줍니다</a:t>
            </a:r>
          </a:p>
        </p:txBody>
      </p:sp>
    </p:spTree>
    <p:extLst>
      <p:ext uri="{BB962C8B-B14F-4D97-AF65-F5344CB8AC3E}">
        <p14:creationId xmlns:p14="http://schemas.microsoft.com/office/powerpoint/2010/main" val="57589163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7F9F830-B03B-4EA4-A4F3-F7A6277A2153}"/>
              </a:ext>
            </a:extLst>
          </p:cNvPr>
          <p:cNvSpPr>
            <a:spLocks xmlns:a="http://schemas.openxmlformats.org/drawingml/2006/main" noGrp="1"/>
          </p:cNvSpPr>
          <p:nvPr/>
        </p:nvSpPr>
        <p:spPr>
          <a:xfrm xmlns:a="http://schemas.openxmlformats.org/drawingml/2006/main">
            <a:off x="475488" y="347472"/>
            <a:ext cx="502920" cy="274320"/>
          </a:xfrm>
          <a:prstGeom xmlns:a="http://schemas.openxmlformats.org/drawingml/2006/main" prst="roundRect">
            <a:avLst>
              <a:gd name="adj" fmla="val 26667"/>
            </a:avLst>
          </a:prstGeom>
          <a:solidFill xmlns:a="http://schemas.openxmlformats.org/drawingml/2006/main">
            <a:srgbClr val="0B1F3A"/>
          </a:solidFill>
          <a:ln xmlns:a="http://schemas.openxmlformats.org/drawingml/2006/main" w="12700">
            <a:solidFill>
              <a:srgbClr val="0B1F3A"/>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63C3E657-BE83-4CBD-AC5A-CA186DC8CD9A}"/>
              </a:ext>
            </a:extLst>
          </p:cNvPr>
          <p:cNvSpPr>
            <a:spLocks xmlns:a="http://schemas.openxmlformats.org/drawingml/2006/main" noGrp="1"/>
          </p:cNvSpPr>
          <p:nvPr/>
        </p:nvSpPr>
        <p:spPr>
          <a:xfrm xmlns:a="http://schemas.openxmlformats.org/drawingml/2006/main">
            <a:off x="548640" y="356616"/>
            <a:ext cx="3566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750" b="1">
                <a:solidFill>
                  <a:srgbClr val="FFFFFF"/>
                </a:solidFill>
                <a:latin typeface="NanumGothic"/>
                <a:ea typeface="NanumGothic"/>
                <a:cs typeface="NanumGothic"/>
              </a:rPr>
              <a:t>01</a:t>
            </a:r>
            <a:endParaRPr sz="1000"/>
          </a:p>
        </p:txBody>
      </p:sp>
      <p:sp>
        <p:nvSpPr>
          <p:cNvPr id="4" name="Text 2">
            <a:extLst xmlns:a="http://schemas.openxmlformats.org/drawingml/2006/main">
              <a:ext uri="{FF2B5EF4-FFF2-40B4-BE49-F238E27FC236}">
                <a16:creationId xmlns:a16="http://schemas.microsoft.com/office/drawing/2014/main" id="{A3E52EAA-A4BD-465F-828C-5CF6B9E3823B}"/>
              </a:ext>
            </a:extLst>
          </p:cNvPr>
          <p:cNvSpPr>
            <a:spLocks xmlns:a="http://schemas.openxmlformats.org/drawingml/2006/main" noGrp="1"/>
          </p:cNvSpPr>
          <p:nvPr/>
        </p:nvSpPr>
        <p:spPr>
          <a:xfrm xmlns:a="http://schemas.openxmlformats.org/drawingml/2006/main">
            <a:off x="1133856" y="274320"/>
            <a:ext cx="71780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2400" b="1">
                <a:solidFill>
                  <a:srgbClr val="0B1F3A"/>
                </a:solidFill>
                <a:latin typeface="NanumGothic"/>
                <a:ea typeface="NanumGothic"/>
                <a:cs typeface="NanumGothic"/>
              </a:rPr>
              <a:t>아이템 개요</a:t>
            </a:r>
            <a:endParaRPr sz="2400"/>
          </a:p>
        </p:txBody>
      </p:sp>
      <p:sp>
        <p:nvSpPr>
          <p:cNvPr id="5" name="Text 3">
            <a:extLst xmlns:a="http://schemas.openxmlformats.org/drawingml/2006/main">
              <a:ext uri="{FF2B5EF4-FFF2-40B4-BE49-F238E27FC236}">
                <a16:creationId xmlns:a16="http://schemas.microsoft.com/office/drawing/2014/main" id="{41EF58C0-111D-421B-8FDC-3D238EE9DB04}"/>
              </a:ext>
            </a:extLst>
          </p:cNvPr>
          <p:cNvSpPr>
            <a:spLocks xmlns:a="http://schemas.openxmlformats.org/drawingml/2006/main" noGrp="1"/>
          </p:cNvSpPr>
          <p:nvPr/>
        </p:nvSpPr>
        <p:spPr>
          <a:xfrm xmlns:a="http://schemas.openxmlformats.org/drawingml/2006/main">
            <a:off x="1143000" y="740664"/>
            <a:ext cx="7360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25">
                <a:solidFill>
                  <a:srgbClr val="667085"/>
                </a:solidFill>
                <a:latin typeface="NanumGothic"/>
                <a:ea typeface="NanumGothic"/>
                <a:cs typeface="NanumGothic"/>
              </a:rPr>
              <a:t>서비스 소개 · 수행 과정 · 착안점을 “수동 응대에서 능동적 역제안으로”라는 하나의 관점으로 연결했습니다.</a:t>
            </a:r>
            <a:endParaRPr sz="950"/>
          </a:p>
        </p:txBody>
      </p:sp>
      <p:sp>
        <p:nvSpPr>
          <p:cNvPr id="6" name="Shape 4">
            <a:extLst xmlns:a="http://schemas.openxmlformats.org/drawingml/2006/main">
              <a:ext uri="{FF2B5EF4-FFF2-40B4-BE49-F238E27FC236}">
                <a16:creationId xmlns:a16="http://schemas.microsoft.com/office/drawing/2014/main" id="{1C265D29-E72E-4AC4-9213-F58221516E09}"/>
              </a:ext>
            </a:extLst>
          </p:cNvPr>
          <p:cNvSpPr>
            <a:spLocks xmlns:a="http://schemas.openxmlformats.org/drawingml/2006/main" noGrp="1"/>
          </p:cNvSpPr>
          <p:nvPr/>
        </p:nvSpPr>
        <p:spPr>
          <a:xfrm xmlns:a="http://schemas.openxmlformats.org/drawingml/2006/main">
            <a:off x="475488" y="1078992"/>
            <a:ext cx="8193024" cy="0"/>
          </a:xfrm>
          <a:prstGeom xmlns:a="http://schemas.openxmlformats.org/drawingml/2006/main" prst="line">
            <a:avLst/>
          </a:prstGeom>
          <a:noFill xmlns:a="http://schemas.openxmlformats.org/drawingml/2006/main"/>
          <a:ln xmlns:a="http://schemas.openxmlformats.org/drawingml/2006/main" w="13970">
            <a:solidFill>
              <a:srgbClr val="D7DFEA"/>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hape 5">
            <a:extLst xmlns:a="http://schemas.openxmlformats.org/drawingml/2006/main">
              <a:ext uri="{FF2B5EF4-FFF2-40B4-BE49-F238E27FC236}">
                <a16:creationId xmlns:a16="http://schemas.microsoft.com/office/drawing/2014/main" id="{F196F875-020F-4F61-BA96-1FF2EE85D75F}"/>
              </a:ext>
            </a:extLst>
          </p:cNvPr>
          <p:cNvSpPr>
            <a:spLocks xmlns:a="http://schemas.openxmlformats.org/drawingml/2006/main" noGrp="1"/>
          </p:cNvSpPr>
          <p:nvPr/>
        </p:nvSpPr>
        <p:spPr>
          <a:xfrm xmlns:a="http://schemas.openxmlformats.org/drawingml/2006/main">
            <a:off x="502920" y="1298448"/>
            <a:ext cx="8138160" cy="585216"/>
          </a:xfrm>
          <a:prstGeom xmlns:a="http://schemas.openxmlformats.org/drawingml/2006/main" prst="roundRect">
            <a:avLst>
              <a:gd name="adj" fmla="val 12500"/>
            </a:avLst>
          </a:prstGeom>
          <a:solidFill xmlns:a="http://schemas.openxmlformats.org/drawingml/2006/main">
            <a:srgbClr val="0B1F3A"/>
          </a:solidFill>
          <a:ln xmlns:a="http://schemas.openxmlformats.org/drawingml/2006/main" w="10160">
            <a:solidFill>
              <a:srgbClr val="0B1F3A"/>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C9032E69-D8EE-40A3-9C9C-3DC22810BEAC}"/>
              </a:ext>
            </a:extLst>
          </p:cNvPr>
          <p:cNvSpPr>
            <a:spLocks xmlns:a="http://schemas.openxmlformats.org/drawingml/2006/main" noGrp="1"/>
          </p:cNvSpPr>
          <p:nvPr/>
        </p:nvSpPr>
        <p:spPr>
          <a:xfrm xmlns:a="http://schemas.openxmlformats.org/drawingml/2006/main">
            <a:off x="749808" y="1408176"/>
            <a:ext cx="76260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800" b="1">
                <a:solidFill>
                  <a:srgbClr val="FFFFFF"/>
                </a:solidFill>
                <a:latin typeface="NanumGothic"/>
                <a:ea typeface="NanumGothic"/>
                <a:cs typeface="NanumGothic"/>
              </a:rPr>
              <a:t>안 되는 것을 되게 만드는 역제안</a:t>
            </a:r>
            <a:endParaRPr sz="1700"/>
          </a:p>
        </p:txBody>
      </p:sp>
      <p:sp>
        <p:nvSpPr>
          <p:cNvPr id="9" name="Shape 7">
            <a:extLst xmlns:a="http://schemas.openxmlformats.org/drawingml/2006/main">
              <a:ext uri="{FF2B5EF4-FFF2-40B4-BE49-F238E27FC236}">
                <a16:creationId xmlns:a16="http://schemas.microsoft.com/office/drawing/2014/main" id="{2F747C4A-A3EE-4FF0-BA74-9719B8806543}"/>
              </a:ext>
            </a:extLst>
          </p:cNvPr>
          <p:cNvSpPr>
            <a:spLocks xmlns:a="http://schemas.openxmlformats.org/drawingml/2006/main" noGrp="1"/>
          </p:cNvSpPr>
          <p:nvPr/>
        </p:nvSpPr>
        <p:spPr>
          <a:xfrm xmlns:a="http://schemas.openxmlformats.org/drawingml/2006/main">
            <a:off x="502920" y="2112264"/>
            <a:ext cx="2578608" cy="1517904"/>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10160">
            <a:solidFill>
              <a:srgbClr val="D7DFEA"/>
            </a:solidFill>
            <a:prstDash val="solid"/>
          </a:ln>
          <a:effectLst xmlns:a="http://schemas.openxmlformats.org/drawingml/2006/main">
            <a:outerShdw blurRad="322580000" dist="645160000" algn="bl" rotWithShape="0">
              <a:srgbClr val="0B1F3A">
                <a:alpha val="0"/>
              </a:srgbClr>
            </a:outerShdw>
          </a:effectLst>
        </p:spPr>
        <p:txBody>
          <a:bodyPr xmlns:a="http://schemas.openxmlformats.org/drawingml/2006/main"/>
          <a:lstStyle xmlns:a="http://schemas.openxmlformats.org/drawingml/2006/main"/>
          <a:p xmlns:a="http://schemas.openxmlformats.org/drawingml/2006/main">
            <a:endParaRPr/>
          </a:p>
        </p:txBody>
      </p:sp>
      <p:sp>
        <p:nvSpPr>
          <p:cNvPr id="10" name="Shape 8">
            <a:extLst xmlns:a="http://schemas.openxmlformats.org/drawingml/2006/main">
              <a:ext uri="{FF2B5EF4-FFF2-40B4-BE49-F238E27FC236}">
                <a16:creationId xmlns:a16="http://schemas.microsoft.com/office/drawing/2014/main" id="{7E7764F6-E94B-49E6-8166-F159606FE72F}"/>
              </a:ext>
            </a:extLst>
          </p:cNvPr>
          <p:cNvSpPr>
            <a:spLocks xmlns:a="http://schemas.openxmlformats.org/drawingml/2006/main" noGrp="1"/>
          </p:cNvSpPr>
          <p:nvPr/>
        </p:nvSpPr>
        <p:spPr>
          <a:xfrm xmlns:a="http://schemas.openxmlformats.org/drawingml/2006/main">
            <a:off x="658368" y="2258568"/>
            <a:ext cx="429768" cy="274320"/>
          </a:xfrm>
          <a:prstGeom xmlns:a="http://schemas.openxmlformats.org/drawingml/2006/main" prst="roundRect">
            <a:avLst>
              <a:gd name="adj" fmla="val 26667"/>
            </a:avLst>
          </a:prstGeom>
          <a:solidFill xmlns:a="http://schemas.openxmlformats.org/drawingml/2006/main">
            <a:srgbClr val="EAF2FF"/>
          </a:solidFill>
          <a:ln xmlns:a="http://schemas.openxmlformats.org/drawingml/2006/main" w="12700">
            <a:solidFill>
              <a:srgbClr val="EAF2F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E712D760-9449-4FA9-A56B-B58B3FF2DADC}"/>
              </a:ext>
            </a:extLst>
          </p:cNvPr>
          <p:cNvSpPr>
            <a:spLocks xmlns:a="http://schemas.openxmlformats.org/drawingml/2006/main" noGrp="1"/>
          </p:cNvSpPr>
          <p:nvPr/>
        </p:nvSpPr>
        <p:spPr>
          <a:xfrm xmlns:a="http://schemas.openxmlformats.org/drawingml/2006/main">
            <a:off x="731520" y="2267712"/>
            <a:ext cx="28346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900" b="1">
                <a:solidFill>
                  <a:srgbClr val="0F5AC7"/>
                </a:solidFill>
                <a:latin typeface="NanumGothic"/>
                <a:ea typeface="NanumGothic"/>
                <a:cs typeface="NanumGothic"/>
              </a:rPr>
              <a:t>01</a:t>
            </a:r>
            <a:endParaRPr sz="900"/>
          </a:p>
        </p:txBody>
      </p:sp>
      <p:sp>
        <p:nvSpPr>
          <p:cNvPr id="12" name="Text 10">
            <a:extLst xmlns:a="http://schemas.openxmlformats.org/drawingml/2006/main">
              <a:ext uri="{FF2B5EF4-FFF2-40B4-BE49-F238E27FC236}">
                <a16:creationId xmlns:a16="http://schemas.microsoft.com/office/drawing/2014/main" id="{9CF9DE83-86F6-4161-8B86-8B60B12E8DA5}"/>
              </a:ext>
            </a:extLst>
          </p:cNvPr>
          <p:cNvSpPr>
            <a:spLocks xmlns:a="http://schemas.openxmlformats.org/drawingml/2006/main" noGrp="1"/>
          </p:cNvSpPr>
          <p:nvPr/>
        </p:nvSpPr>
        <p:spPr>
          <a:xfrm xmlns:a="http://schemas.openxmlformats.org/drawingml/2006/main">
            <a:off x="658368" y="2651760"/>
            <a:ext cx="226771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r>
              <a:rPr sz="1125" b="1">
                <a:solidFill>
                  <a:srgbClr val="0B1F3A"/>
                </a:solidFill>
                <a:latin typeface="NanumGothic"/>
                <a:ea typeface="NanumGothic"/>
                <a:cs typeface="NanumGothic"/>
              </a:rPr>
              <a:t>서비스 및 아이디어 소개</a:t>
            </a:r>
            <a:endParaRPr sz="1220"/>
          </a:p>
        </p:txBody>
      </p:sp>
      <p:sp>
        <p:nvSpPr>
          <p:cNvPr id="13" name="Text 11">
            <a:extLst xmlns:a="http://schemas.openxmlformats.org/drawingml/2006/main">
              <a:ext uri="{FF2B5EF4-FFF2-40B4-BE49-F238E27FC236}">
                <a16:creationId xmlns:a16="http://schemas.microsoft.com/office/drawing/2014/main" id="{9180D2D5-BE3C-437B-AB85-C114BF984408}"/>
              </a:ext>
            </a:extLst>
          </p:cNvPr>
          <p:cNvSpPr>
            <a:spLocks xmlns:a="http://schemas.openxmlformats.org/drawingml/2006/main" noGrp="1"/>
          </p:cNvSpPr>
          <p:nvPr/>
        </p:nvSpPr>
        <p:spPr>
          <a:xfrm xmlns:a="http://schemas.openxmlformats.org/drawingml/2006/main">
            <a:off x="658368" y="3017520"/>
            <a:ext cx="22677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r>
              <a:rPr sz="788">
                <a:solidFill>
                  <a:srgbClr val="667085"/>
                </a:solidFill>
                <a:latin typeface="NanumGothic"/>
                <a:ea typeface="NanumGothic"/>
                <a:cs typeface="NanumGothic"/>
              </a:rPr>
              <a:t>화주 조건을 AI가 구조화하고, 실행 가능한 운송안·D2D 비교·함께 보내기·담당자 검토까지 한 흐름으로 연결합니다.</a:t>
            </a:r>
            <a:endParaRPr sz="920"/>
          </a:p>
        </p:txBody>
      </p:sp>
      <p:sp>
        <p:nvSpPr>
          <p:cNvPr id="14" name="Shape 12">
            <a:extLst xmlns:a="http://schemas.openxmlformats.org/drawingml/2006/main">
              <a:ext uri="{FF2B5EF4-FFF2-40B4-BE49-F238E27FC236}">
                <a16:creationId xmlns:a16="http://schemas.microsoft.com/office/drawing/2014/main" id="{13AB4943-81E1-46F6-8384-94C0D5338D62}"/>
              </a:ext>
            </a:extLst>
          </p:cNvPr>
          <p:cNvSpPr>
            <a:spLocks xmlns:a="http://schemas.openxmlformats.org/drawingml/2006/main" noGrp="1"/>
          </p:cNvSpPr>
          <p:nvPr/>
        </p:nvSpPr>
        <p:spPr>
          <a:xfrm xmlns:a="http://schemas.openxmlformats.org/drawingml/2006/main">
            <a:off x="3273552" y="2112264"/>
            <a:ext cx="2578608" cy="1517904"/>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17780">
            <a:solidFill>
              <a:srgbClr val="1769FF"/>
            </a:solidFill>
            <a:prstDash val="solid"/>
          </a:ln>
          <a:effectLst xmlns:a="http://schemas.openxmlformats.org/drawingml/2006/main">
            <a:outerShdw algn="bl" rotWithShape="0">
              <a:srgbClr val="0B1F3A">
                <a:alpha val="0"/>
              </a:srgbClr>
            </a:outerShdw>
          </a:effectLst>
        </p:spPr>
        <p:txBody>
          <a:bodyPr xmlns:a="http://schemas.openxmlformats.org/drawingml/2006/main"/>
          <a:lstStyle xmlns:a="http://schemas.openxmlformats.org/drawingml/2006/main"/>
          <a:p xmlns:a="http://schemas.openxmlformats.org/drawingml/2006/main">
            <a:endParaRPr/>
          </a:p>
        </p:txBody>
      </p:sp>
      <p:sp>
        <p:nvSpPr>
          <p:cNvPr id="15" name="Shape 13">
            <a:extLst xmlns:a="http://schemas.openxmlformats.org/drawingml/2006/main">
              <a:ext uri="{FF2B5EF4-FFF2-40B4-BE49-F238E27FC236}">
                <a16:creationId xmlns:a16="http://schemas.microsoft.com/office/drawing/2014/main" id="{E6F1E6C6-2931-45DA-87E3-342018A8F9FA}"/>
              </a:ext>
            </a:extLst>
          </p:cNvPr>
          <p:cNvSpPr>
            <a:spLocks xmlns:a="http://schemas.openxmlformats.org/drawingml/2006/main" noGrp="1"/>
          </p:cNvSpPr>
          <p:nvPr/>
        </p:nvSpPr>
        <p:spPr>
          <a:xfrm xmlns:a="http://schemas.openxmlformats.org/drawingml/2006/main">
            <a:off x="3429000" y="2258568"/>
            <a:ext cx="429768" cy="274320"/>
          </a:xfrm>
          <a:prstGeom xmlns:a="http://schemas.openxmlformats.org/drawingml/2006/main" prst="roundRect">
            <a:avLst>
              <a:gd name="adj" fmla="val 26667"/>
            </a:avLst>
          </a:prstGeom>
          <a:solidFill xmlns:a="http://schemas.openxmlformats.org/drawingml/2006/main">
            <a:srgbClr val="1769FF"/>
          </a:solidFill>
          <a:ln xmlns:a="http://schemas.openxmlformats.org/drawingml/2006/main" w="12700">
            <a:solidFill>
              <a:srgbClr val="1769FF"/>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5853C52E-F885-4801-8B5E-7D1B9AEEDD8D}"/>
              </a:ext>
            </a:extLst>
          </p:cNvPr>
          <p:cNvSpPr>
            <a:spLocks xmlns:a="http://schemas.openxmlformats.org/drawingml/2006/main" noGrp="1"/>
          </p:cNvSpPr>
          <p:nvPr/>
        </p:nvSpPr>
        <p:spPr>
          <a:xfrm xmlns:a="http://schemas.openxmlformats.org/drawingml/2006/main">
            <a:off x="3502152" y="2267712"/>
            <a:ext cx="28346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900" b="1">
                <a:solidFill>
                  <a:srgbClr val="FFFFFF"/>
                </a:solidFill>
                <a:latin typeface="NanumGothic"/>
                <a:ea typeface="NanumGothic"/>
                <a:cs typeface="NanumGothic"/>
              </a:rPr>
              <a:t>02</a:t>
            </a:r>
            <a:endParaRPr sz="900"/>
          </a:p>
        </p:txBody>
      </p:sp>
      <p:sp>
        <p:nvSpPr>
          <p:cNvPr id="17" name="Text 15">
            <a:extLst xmlns:a="http://schemas.openxmlformats.org/drawingml/2006/main">
              <a:ext uri="{FF2B5EF4-FFF2-40B4-BE49-F238E27FC236}">
                <a16:creationId xmlns:a16="http://schemas.microsoft.com/office/drawing/2014/main" id="{1ADED22B-50D8-465C-B231-54A06A15C4D4}"/>
              </a:ext>
            </a:extLst>
          </p:cNvPr>
          <p:cNvSpPr>
            <a:spLocks xmlns:a="http://schemas.openxmlformats.org/drawingml/2006/main" noGrp="1"/>
          </p:cNvSpPr>
          <p:nvPr/>
        </p:nvSpPr>
        <p:spPr>
          <a:xfrm xmlns:a="http://schemas.openxmlformats.org/drawingml/2006/main">
            <a:off x="3429000" y="2651760"/>
            <a:ext cx="226771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r>
              <a:rPr sz="1125" b="1">
                <a:solidFill>
                  <a:srgbClr val="0B1F3A"/>
                </a:solidFill>
                <a:latin typeface="NanumGothic"/>
                <a:ea typeface="NanumGothic"/>
                <a:cs typeface="NanumGothic"/>
              </a:rPr>
              <a:t>수행 과정</a:t>
            </a:r>
            <a:endParaRPr sz="1220"/>
          </a:p>
        </p:txBody>
      </p:sp>
      <p:sp>
        <p:nvSpPr>
          <p:cNvPr id="18" name="Text 16">
            <a:extLst xmlns:a="http://schemas.openxmlformats.org/drawingml/2006/main">
              <a:ext uri="{FF2B5EF4-FFF2-40B4-BE49-F238E27FC236}">
                <a16:creationId xmlns:a16="http://schemas.microsoft.com/office/drawing/2014/main" id="{39129F27-F959-4CC6-B7B2-43E769E0D5BF}"/>
              </a:ext>
            </a:extLst>
          </p:cNvPr>
          <p:cNvSpPr>
            <a:spLocks xmlns:a="http://schemas.openxmlformats.org/drawingml/2006/main" noGrp="1"/>
          </p:cNvSpPr>
          <p:nvPr/>
        </p:nvSpPr>
        <p:spPr>
          <a:xfrm xmlns:a="http://schemas.openxmlformats.org/drawingml/2006/main">
            <a:off x="3429000" y="3017520"/>
            <a:ext cx="22677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r>
              <a:rPr sz="788">
                <a:solidFill>
                  <a:srgbClr val="667085"/>
                </a:solidFill>
                <a:latin typeface="NanumGothic"/>
                <a:ea typeface="NanumGothic"/>
                <a:cs typeface="NanumGothic"/>
              </a:rPr>
              <a:t>문제 정의 → 입력·판정 구조화 → 7개 조정 축 설계 → 역제안·공동수송 구현 → 최신 화면과 공개 데모 검증 순으로 수행했습니다.</a:t>
            </a:r>
            <a:endParaRPr sz="920"/>
          </a:p>
        </p:txBody>
      </p:sp>
      <p:sp>
        <p:nvSpPr>
          <p:cNvPr id="19" name="Shape 17">
            <a:extLst xmlns:a="http://schemas.openxmlformats.org/drawingml/2006/main">
              <a:ext uri="{FF2B5EF4-FFF2-40B4-BE49-F238E27FC236}">
                <a16:creationId xmlns:a16="http://schemas.microsoft.com/office/drawing/2014/main" id="{6E20C8F7-11E3-41E4-83E2-1F0A6B91370F}"/>
              </a:ext>
            </a:extLst>
          </p:cNvPr>
          <p:cNvSpPr>
            <a:spLocks xmlns:a="http://schemas.openxmlformats.org/drawingml/2006/main" noGrp="1"/>
          </p:cNvSpPr>
          <p:nvPr/>
        </p:nvSpPr>
        <p:spPr>
          <a:xfrm xmlns:a="http://schemas.openxmlformats.org/drawingml/2006/main">
            <a:off x="6044184" y="2112264"/>
            <a:ext cx="2578608" cy="1517904"/>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10160">
            <a:solidFill>
              <a:srgbClr val="D7DFEA"/>
            </a:solidFill>
            <a:prstDash val="solid"/>
          </a:ln>
          <a:effectLst xmlns:a="http://schemas.openxmlformats.org/drawingml/2006/main">
            <a:outerShdw algn="bl" rotWithShape="0">
              <a:srgbClr val="0B1F3A">
                <a:alpha val="0"/>
              </a:srgbClr>
            </a:outerShdw>
          </a:effectLst>
        </p:spPr>
        <p:txBody>
          <a:bodyPr xmlns:a="http://schemas.openxmlformats.org/drawingml/2006/main"/>
          <a:lstStyle xmlns:a="http://schemas.openxmlformats.org/drawingml/2006/main"/>
          <a:p xmlns:a="http://schemas.openxmlformats.org/drawingml/2006/main">
            <a:endParaRPr/>
          </a:p>
        </p:txBody>
      </p:sp>
      <p:sp>
        <p:nvSpPr>
          <p:cNvPr id="20" name="Shape 18">
            <a:extLst xmlns:a="http://schemas.openxmlformats.org/drawingml/2006/main">
              <a:ext uri="{FF2B5EF4-FFF2-40B4-BE49-F238E27FC236}">
                <a16:creationId xmlns:a16="http://schemas.microsoft.com/office/drawing/2014/main" id="{3E13F9EB-E969-4716-877B-4F7FD20410CA}"/>
              </a:ext>
            </a:extLst>
          </p:cNvPr>
          <p:cNvSpPr>
            <a:spLocks xmlns:a="http://schemas.openxmlformats.org/drawingml/2006/main" noGrp="1"/>
          </p:cNvSpPr>
          <p:nvPr/>
        </p:nvSpPr>
        <p:spPr>
          <a:xfrm xmlns:a="http://schemas.openxmlformats.org/drawingml/2006/main">
            <a:off x="6199632" y="2258568"/>
            <a:ext cx="429768" cy="274320"/>
          </a:xfrm>
          <a:prstGeom xmlns:a="http://schemas.openxmlformats.org/drawingml/2006/main" prst="roundRect">
            <a:avLst>
              <a:gd name="adj" fmla="val 26667"/>
            </a:avLst>
          </a:prstGeom>
          <a:solidFill xmlns:a="http://schemas.openxmlformats.org/drawingml/2006/main">
            <a:srgbClr val="EAF2FF"/>
          </a:solidFill>
          <a:ln xmlns:a="http://schemas.openxmlformats.org/drawingml/2006/main" w="12700">
            <a:solidFill>
              <a:srgbClr val="EAF2FF"/>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Text 19">
            <a:extLst xmlns:a="http://schemas.openxmlformats.org/drawingml/2006/main">
              <a:ext uri="{FF2B5EF4-FFF2-40B4-BE49-F238E27FC236}">
                <a16:creationId xmlns:a16="http://schemas.microsoft.com/office/drawing/2014/main" id="{8E6C703F-E4F0-4AF6-8D9B-1C7E9F680508}"/>
              </a:ext>
            </a:extLst>
          </p:cNvPr>
          <p:cNvSpPr>
            <a:spLocks xmlns:a="http://schemas.openxmlformats.org/drawingml/2006/main" noGrp="1"/>
          </p:cNvSpPr>
          <p:nvPr/>
        </p:nvSpPr>
        <p:spPr>
          <a:xfrm xmlns:a="http://schemas.openxmlformats.org/drawingml/2006/main">
            <a:off x="6272784" y="2267712"/>
            <a:ext cx="28346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900" b="1">
                <a:solidFill>
                  <a:srgbClr val="0F5AC7"/>
                </a:solidFill>
                <a:latin typeface="NanumGothic"/>
                <a:ea typeface="NanumGothic"/>
                <a:cs typeface="NanumGothic"/>
              </a:rPr>
              <a:t>03</a:t>
            </a:r>
            <a:endParaRPr sz="900"/>
          </a:p>
        </p:txBody>
      </p:sp>
      <p:sp>
        <p:nvSpPr>
          <p:cNvPr id="22" name="Text 20">
            <a:extLst xmlns:a="http://schemas.openxmlformats.org/drawingml/2006/main">
              <a:ext uri="{FF2B5EF4-FFF2-40B4-BE49-F238E27FC236}">
                <a16:creationId xmlns:a16="http://schemas.microsoft.com/office/drawing/2014/main" id="{9DABD8C3-AC7B-4765-8CD0-81D754BB265E}"/>
              </a:ext>
            </a:extLst>
          </p:cNvPr>
          <p:cNvSpPr>
            <a:spLocks xmlns:a="http://schemas.openxmlformats.org/drawingml/2006/main" noGrp="1"/>
          </p:cNvSpPr>
          <p:nvPr/>
        </p:nvSpPr>
        <p:spPr>
          <a:xfrm xmlns:a="http://schemas.openxmlformats.org/drawingml/2006/main">
            <a:off x="6199632" y="2651760"/>
            <a:ext cx="226771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r>
              <a:rPr sz="1125" b="1">
                <a:solidFill>
                  <a:srgbClr val="0B1F3A"/>
                </a:solidFill>
                <a:latin typeface="NanumGothic"/>
                <a:ea typeface="NanumGothic"/>
                <a:cs typeface="NanumGothic"/>
              </a:rPr>
              <a:t>착안점</a:t>
            </a:r>
            <a:endParaRPr sz="1220"/>
          </a:p>
        </p:txBody>
      </p:sp>
      <p:sp>
        <p:nvSpPr>
          <p:cNvPr id="23" name="Text 21">
            <a:extLst xmlns:a="http://schemas.openxmlformats.org/drawingml/2006/main">
              <a:ext uri="{FF2B5EF4-FFF2-40B4-BE49-F238E27FC236}">
                <a16:creationId xmlns:a16="http://schemas.microsoft.com/office/drawing/2014/main" id="{EA5BDDD1-8368-4D71-9260-D9EDAE90B0DB}"/>
              </a:ext>
            </a:extLst>
          </p:cNvPr>
          <p:cNvSpPr>
            <a:spLocks xmlns:a="http://schemas.openxmlformats.org/drawingml/2006/main" noGrp="1"/>
          </p:cNvSpPr>
          <p:nvPr/>
        </p:nvSpPr>
        <p:spPr>
          <a:xfrm xmlns:a="http://schemas.openxmlformats.org/drawingml/2006/main">
            <a:off x="6199632" y="2935224"/>
            <a:ext cx="2267712" cy="63093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r>
              <a:rPr sz="698">
                <a:solidFill>
                  <a:srgbClr val="667085"/>
                </a:solidFill>
                <a:latin typeface="NanumGothic"/>
                <a:ea typeface="NanumGothic"/>
                <a:cs typeface="NanumGothic"/>
              </a:rPr>
              <a:t>현재 코레일은 화주가 먼저 조건을 맞춰 찾아와야 검토가 시작됩니다. 조건이 맞지 않으면 “안 됩니다”로 끝나고, 바꿀 조건은 남지 않습니다. 그래서 코레일이 가능한 날짜·역·물량을 먼저 만들어 역제안하도록 전환했습니다. 불가 판정을 실행안으로 바꾸는 점이 핵심 차별점입니다.</a:t>
            </a:r>
            <a:endParaRPr sz="920"/>
          </a:p>
        </p:txBody>
      </p:sp>
      <p:sp>
        <p:nvSpPr>
          <p:cNvPr id="24" name="Text 22">
            <a:extLst xmlns:a="http://schemas.openxmlformats.org/drawingml/2006/main">
              <a:ext uri="{FF2B5EF4-FFF2-40B4-BE49-F238E27FC236}">
                <a16:creationId xmlns:a16="http://schemas.microsoft.com/office/drawing/2014/main" id="{61174121-FE5E-4122-AEFF-A2BAB470CF73}"/>
              </a:ext>
            </a:extLst>
          </p:cNvPr>
          <p:cNvSpPr>
            <a:spLocks xmlns:a="http://schemas.openxmlformats.org/drawingml/2006/main" noGrp="1"/>
          </p:cNvSpPr>
          <p:nvPr/>
        </p:nvSpPr>
        <p:spPr>
          <a:xfrm xmlns:a="http://schemas.openxmlformats.org/drawingml/2006/main">
            <a:off x="566928" y="3950208"/>
            <a:ext cx="19202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93821"/>
          </a:bodyPr>
          <a:lstStyle xmlns:a="http://schemas.openxmlformats.org/drawingml/2006/main"/>
          <a:p xmlns:a="http://schemas.openxmlformats.org/drawingml/2006/main">
            <a:pPr marL="0" indent="0">
              <a:buNone/>
            </a:pPr>
            <a:r>
              <a:rPr sz="900" b="1">
                <a:solidFill>
                  <a:srgbClr val="0B1F3A"/>
                </a:solidFill>
                <a:latin typeface="NanumGothic"/>
                <a:ea typeface="NanumGothic"/>
                <a:cs typeface="NanumGothic"/>
              </a:rPr>
              <a:t>사용자 흐름 · 수동 응대에서 능동 제안으로</a:t>
            </a:r>
            <a:endParaRPr sz="1050"/>
          </a:p>
        </p:txBody>
      </p:sp>
      <p:sp>
        <p:nvSpPr>
          <p:cNvPr id="25" name="Shape 23">
            <a:extLst xmlns:a="http://schemas.openxmlformats.org/drawingml/2006/main">
              <a:ext uri="{FF2B5EF4-FFF2-40B4-BE49-F238E27FC236}">
                <a16:creationId xmlns:a16="http://schemas.microsoft.com/office/drawing/2014/main" id="{0231885F-9069-4BA0-A39A-B43B99DA5B5B}"/>
              </a:ext>
            </a:extLst>
          </p:cNvPr>
          <p:cNvSpPr>
            <a:spLocks xmlns:a="http://schemas.openxmlformats.org/drawingml/2006/main" noGrp="1"/>
          </p:cNvSpPr>
          <p:nvPr/>
        </p:nvSpPr>
        <p:spPr>
          <a:xfrm xmlns:a="http://schemas.openxmlformats.org/drawingml/2006/main">
            <a:off x="566928" y="4315968"/>
            <a:ext cx="530352" cy="530352"/>
          </a:xfrm>
          <a:prstGeom xmlns:a="http://schemas.openxmlformats.org/drawingml/2006/main" prst="ellipse">
            <a:avLst/>
          </a:prstGeom>
          <a:solidFill xmlns:a="http://schemas.openxmlformats.org/drawingml/2006/main">
            <a:srgbClr val="EAF2FF"/>
          </a:solidFill>
          <a:ln xmlns:a="http://schemas.openxmlformats.org/drawingml/2006/main" w="11430">
            <a:solidFill>
              <a:srgbClr val="1769F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B72D8884-BAB0-4644-B20A-D1CF7FED9060}"/>
              </a:ext>
            </a:extLst>
          </p:cNvPr>
          <p:cNvSpPr>
            <a:spLocks xmlns:a="http://schemas.openxmlformats.org/drawingml/2006/main" noGrp="1"/>
          </p:cNvSpPr>
          <p:nvPr/>
        </p:nvSpPr>
        <p:spPr>
          <a:xfrm xmlns:a="http://schemas.openxmlformats.org/drawingml/2006/main">
            <a:off x="566928" y="4407408"/>
            <a:ext cx="53035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75" b="1">
                <a:solidFill>
                  <a:srgbClr val="0F5AC7"/>
                </a:solidFill>
                <a:latin typeface="NanumGothic"/>
                <a:ea typeface="NanumGothic"/>
                <a:cs typeface="NanumGothic"/>
              </a:rPr>
              <a:t>1</a:t>
            </a:r>
            <a:endParaRPr sz="1200"/>
          </a:p>
        </p:txBody>
      </p:sp>
      <p:sp>
        <p:nvSpPr>
          <p:cNvPr id="27" name="Text 25">
            <a:extLst xmlns:a="http://schemas.openxmlformats.org/drawingml/2006/main">
              <a:ext uri="{FF2B5EF4-FFF2-40B4-BE49-F238E27FC236}">
                <a16:creationId xmlns:a16="http://schemas.microsoft.com/office/drawing/2014/main" id="{CCBE9EBF-3643-4E5F-B250-A2FE8E761C9A}"/>
              </a:ext>
            </a:extLst>
          </p:cNvPr>
          <p:cNvSpPr>
            <a:spLocks xmlns:a="http://schemas.openxmlformats.org/drawingml/2006/main" noGrp="1"/>
          </p:cNvSpPr>
          <p:nvPr/>
        </p:nvSpPr>
        <p:spPr>
          <a:xfrm xmlns:a="http://schemas.openxmlformats.org/drawingml/2006/main">
            <a:off x="566928" y="4645152"/>
            <a:ext cx="530352"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563">
                <a:solidFill>
                  <a:srgbClr val="667085"/>
                </a:solidFill>
                <a:latin typeface="NanumGothic"/>
                <a:ea typeface="NanumGothic"/>
                <a:cs typeface="NanumGothic"/>
              </a:rPr>
              <a:t>조건 전달</a:t>
            </a:r>
            <a:endParaRPr sz="670"/>
          </a:p>
        </p:txBody>
      </p:sp>
      <p:sp>
        <p:nvSpPr>
          <p:cNvPr id="28" name="Text 26">
            <a:extLst xmlns:a="http://schemas.openxmlformats.org/drawingml/2006/main">
              <a:ext uri="{FF2B5EF4-FFF2-40B4-BE49-F238E27FC236}">
                <a16:creationId xmlns:a16="http://schemas.microsoft.com/office/drawing/2014/main" id="{27EA58A1-444D-4FC7-9CB9-CE826FA07022}"/>
              </a:ext>
            </a:extLst>
          </p:cNvPr>
          <p:cNvSpPr>
            <a:spLocks xmlns:a="http://schemas.openxmlformats.org/drawingml/2006/main" noGrp="1"/>
          </p:cNvSpPr>
          <p:nvPr/>
        </p:nvSpPr>
        <p:spPr>
          <a:xfrm xmlns:a="http://schemas.openxmlformats.org/drawingml/2006/main">
            <a:off x="1143000" y="4443984"/>
            <a:ext cx="1554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00" b="1">
                <a:solidFill>
                  <a:srgbClr val="667085"/>
                </a:solidFill>
                <a:latin typeface="NanumGothic"/>
                <a:ea typeface="NanumGothic"/>
                <a:cs typeface="NanumGothic"/>
              </a:rPr>
              <a:t>→</a:t>
            </a:r>
            <a:endParaRPr sz="1200"/>
          </a:p>
        </p:txBody>
      </p:sp>
      <p:sp>
        <p:nvSpPr>
          <p:cNvPr id="29" name="Shape 27">
            <a:extLst xmlns:a="http://schemas.openxmlformats.org/drawingml/2006/main">
              <a:ext uri="{FF2B5EF4-FFF2-40B4-BE49-F238E27FC236}">
                <a16:creationId xmlns:a16="http://schemas.microsoft.com/office/drawing/2014/main" id="{6116AAD0-4F1C-4270-B13B-3B9BEA8BAD05}"/>
              </a:ext>
            </a:extLst>
          </p:cNvPr>
          <p:cNvSpPr>
            <a:spLocks xmlns:a="http://schemas.openxmlformats.org/drawingml/2006/main" noGrp="1"/>
          </p:cNvSpPr>
          <p:nvPr/>
        </p:nvSpPr>
        <p:spPr>
          <a:xfrm xmlns:a="http://schemas.openxmlformats.org/drawingml/2006/main">
            <a:off x="1353312" y="4315968"/>
            <a:ext cx="530352" cy="530352"/>
          </a:xfrm>
          <a:prstGeom xmlns:a="http://schemas.openxmlformats.org/drawingml/2006/main" prst="ellipse">
            <a:avLst/>
          </a:prstGeom>
          <a:solidFill xmlns:a="http://schemas.openxmlformats.org/drawingml/2006/main">
            <a:srgbClr val="D9E8FF"/>
          </a:solidFill>
          <a:ln xmlns:a="http://schemas.openxmlformats.org/drawingml/2006/main" w="11430">
            <a:solidFill>
              <a:srgbClr val="1769FF"/>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Text 28">
            <a:extLst xmlns:a="http://schemas.openxmlformats.org/drawingml/2006/main">
              <a:ext uri="{FF2B5EF4-FFF2-40B4-BE49-F238E27FC236}">
                <a16:creationId xmlns:a16="http://schemas.microsoft.com/office/drawing/2014/main" id="{95DC27AE-7A7C-44BB-81C7-38C145DC63A9}"/>
              </a:ext>
            </a:extLst>
          </p:cNvPr>
          <p:cNvSpPr>
            <a:spLocks xmlns:a="http://schemas.openxmlformats.org/drawingml/2006/main" noGrp="1"/>
          </p:cNvSpPr>
          <p:nvPr/>
        </p:nvSpPr>
        <p:spPr>
          <a:xfrm xmlns:a="http://schemas.openxmlformats.org/drawingml/2006/main">
            <a:off x="1353312" y="4407408"/>
            <a:ext cx="53035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75" b="1">
                <a:solidFill>
                  <a:srgbClr val="0F5AC7"/>
                </a:solidFill>
                <a:latin typeface="NanumGothic"/>
                <a:ea typeface="NanumGothic"/>
                <a:cs typeface="NanumGothic"/>
              </a:rPr>
              <a:t>2</a:t>
            </a:r>
            <a:endParaRPr sz="1200"/>
          </a:p>
        </p:txBody>
      </p:sp>
      <p:sp>
        <p:nvSpPr>
          <p:cNvPr id="31" name="Text 29">
            <a:extLst xmlns:a="http://schemas.openxmlformats.org/drawingml/2006/main">
              <a:ext uri="{FF2B5EF4-FFF2-40B4-BE49-F238E27FC236}">
                <a16:creationId xmlns:a16="http://schemas.microsoft.com/office/drawing/2014/main" id="{02DAA659-FD14-446E-8094-2D897D6566AB}"/>
              </a:ext>
            </a:extLst>
          </p:cNvPr>
          <p:cNvSpPr>
            <a:spLocks xmlns:a="http://schemas.openxmlformats.org/drawingml/2006/main" noGrp="1"/>
          </p:cNvSpPr>
          <p:nvPr/>
        </p:nvSpPr>
        <p:spPr>
          <a:xfrm xmlns:a="http://schemas.openxmlformats.org/drawingml/2006/main">
            <a:off x="1353312" y="4645152"/>
            <a:ext cx="530352"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563">
                <a:solidFill>
                  <a:srgbClr val="667085"/>
                </a:solidFill>
                <a:latin typeface="NanumGothic"/>
                <a:ea typeface="NanumGothic"/>
                <a:cs typeface="NanumGothic"/>
              </a:rPr>
              <a:t>수동 검토</a:t>
            </a:r>
            <a:endParaRPr sz="670"/>
          </a:p>
        </p:txBody>
      </p:sp>
      <p:sp>
        <p:nvSpPr>
          <p:cNvPr id="32" name="Text 30">
            <a:extLst xmlns:a="http://schemas.openxmlformats.org/drawingml/2006/main">
              <a:ext uri="{FF2B5EF4-FFF2-40B4-BE49-F238E27FC236}">
                <a16:creationId xmlns:a16="http://schemas.microsoft.com/office/drawing/2014/main" id="{FFC48B0A-1AC1-4628-A128-15323DB70B93}"/>
              </a:ext>
            </a:extLst>
          </p:cNvPr>
          <p:cNvSpPr>
            <a:spLocks xmlns:a="http://schemas.openxmlformats.org/drawingml/2006/main" noGrp="1"/>
          </p:cNvSpPr>
          <p:nvPr/>
        </p:nvSpPr>
        <p:spPr>
          <a:xfrm xmlns:a="http://schemas.openxmlformats.org/drawingml/2006/main">
            <a:off x="1929384" y="4443984"/>
            <a:ext cx="1554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00" b="1">
                <a:solidFill>
                  <a:srgbClr val="667085"/>
                </a:solidFill>
                <a:latin typeface="NanumGothic"/>
                <a:ea typeface="NanumGothic"/>
                <a:cs typeface="NanumGothic"/>
              </a:rPr>
              <a:t>→</a:t>
            </a:r>
            <a:endParaRPr sz="1200"/>
          </a:p>
        </p:txBody>
      </p:sp>
      <p:sp>
        <p:nvSpPr>
          <p:cNvPr id="33" name="Shape 31">
            <a:extLst xmlns:a="http://schemas.openxmlformats.org/drawingml/2006/main">
              <a:ext uri="{FF2B5EF4-FFF2-40B4-BE49-F238E27FC236}">
                <a16:creationId xmlns:a16="http://schemas.microsoft.com/office/drawing/2014/main" id="{5913E115-33C6-46BF-B0D8-B2C67D0C99CE}"/>
              </a:ext>
            </a:extLst>
          </p:cNvPr>
          <p:cNvSpPr>
            <a:spLocks xmlns:a="http://schemas.openxmlformats.org/drawingml/2006/main" noGrp="1"/>
          </p:cNvSpPr>
          <p:nvPr/>
        </p:nvSpPr>
        <p:spPr>
          <a:xfrm xmlns:a="http://schemas.openxmlformats.org/drawingml/2006/main">
            <a:off x="2139696" y="4315968"/>
            <a:ext cx="530352" cy="530352"/>
          </a:xfrm>
          <a:prstGeom xmlns:a="http://schemas.openxmlformats.org/drawingml/2006/main" prst="ellipse">
            <a:avLst/>
          </a:prstGeom>
          <a:solidFill xmlns:a="http://schemas.openxmlformats.org/drawingml/2006/main">
            <a:srgbClr val="EAF2FF"/>
          </a:solidFill>
          <a:ln xmlns:a="http://schemas.openxmlformats.org/drawingml/2006/main" w="11430">
            <a:solidFill>
              <a:srgbClr val="1769FF"/>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Text 32">
            <a:extLst xmlns:a="http://schemas.openxmlformats.org/drawingml/2006/main">
              <a:ext uri="{FF2B5EF4-FFF2-40B4-BE49-F238E27FC236}">
                <a16:creationId xmlns:a16="http://schemas.microsoft.com/office/drawing/2014/main" id="{7B7B82B5-9094-4CF1-9B2E-08255933E186}"/>
              </a:ext>
            </a:extLst>
          </p:cNvPr>
          <p:cNvSpPr>
            <a:spLocks xmlns:a="http://schemas.openxmlformats.org/drawingml/2006/main" noGrp="1"/>
          </p:cNvSpPr>
          <p:nvPr/>
        </p:nvSpPr>
        <p:spPr>
          <a:xfrm xmlns:a="http://schemas.openxmlformats.org/drawingml/2006/main">
            <a:off x="2139696" y="4407408"/>
            <a:ext cx="53035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75" b="1">
                <a:solidFill>
                  <a:srgbClr val="0F5AC7"/>
                </a:solidFill>
                <a:latin typeface="NanumGothic"/>
                <a:ea typeface="NanumGothic"/>
                <a:cs typeface="NanumGothic"/>
              </a:rPr>
              <a:t>3</a:t>
            </a:r>
            <a:endParaRPr sz="1200"/>
          </a:p>
        </p:txBody>
      </p:sp>
      <p:sp>
        <p:nvSpPr>
          <p:cNvPr id="35" name="Text 33">
            <a:extLst xmlns:a="http://schemas.openxmlformats.org/drawingml/2006/main">
              <a:ext uri="{FF2B5EF4-FFF2-40B4-BE49-F238E27FC236}">
                <a16:creationId xmlns:a16="http://schemas.microsoft.com/office/drawing/2014/main" id="{0B8CD6AD-037E-4026-8E7D-15F55124ECA3}"/>
              </a:ext>
            </a:extLst>
          </p:cNvPr>
          <p:cNvSpPr>
            <a:spLocks xmlns:a="http://schemas.openxmlformats.org/drawingml/2006/main" noGrp="1"/>
          </p:cNvSpPr>
          <p:nvPr/>
        </p:nvSpPr>
        <p:spPr>
          <a:xfrm xmlns:a="http://schemas.openxmlformats.org/drawingml/2006/main">
            <a:off x="2139696" y="4645152"/>
            <a:ext cx="530352"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563">
                <a:solidFill>
                  <a:srgbClr val="667085"/>
                </a:solidFill>
                <a:latin typeface="NanumGothic"/>
                <a:ea typeface="NanumGothic"/>
                <a:cs typeface="NanumGothic"/>
              </a:rPr>
              <a:t>불가 발견</a:t>
            </a:r>
            <a:endParaRPr sz="670"/>
          </a:p>
        </p:txBody>
      </p:sp>
      <p:sp>
        <p:nvSpPr>
          <p:cNvPr id="36" name="Text 34">
            <a:extLst xmlns:a="http://schemas.openxmlformats.org/drawingml/2006/main">
              <a:ext uri="{FF2B5EF4-FFF2-40B4-BE49-F238E27FC236}">
                <a16:creationId xmlns:a16="http://schemas.microsoft.com/office/drawing/2014/main" id="{6AB052E5-75E0-4F1D-A9F6-6810FD238467}"/>
              </a:ext>
            </a:extLst>
          </p:cNvPr>
          <p:cNvSpPr>
            <a:spLocks xmlns:a="http://schemas.openxmlformats.org/drawingml/2006/main" noGrp="1"/>
          </p:cNvSpPr>
          <p:nvPr/>
        </p:nvSpPr>
        <p:spPr>
          <a:xfrm xmlns:a="http://schemas.openxmlformats.org/drawingml/2006/main">
            <a:off x="2715768" y="4443984"/>
            <a:ext cx="1554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00" b="1">
                <a:solidFill>
                  <a:srgbClr val="667085"/>
                </a:solidFill>
                <a:latin typeface="NanumGothic"/>
                <a:ea typeface="NanumGothic"/>
                <a:cs typeface="NanumGothic"/>
              </a:rPr>
              <a:t>→</a:t>
            </a:r>
            <a:endParaRPr sz="1200"/>
          </a:p>
        </p:txBody>
      </p:sp>
      <p:sp>
        <p:nvSpPr>
          <p:cNvPr id="37" name="Shape 35">
            <a:extLst xmlns:a="http://schemas.openxmlformats.org/drawingml/2006/main">
              <a:ext uri="{FF2B5EF4-FFF2-40B4-BE49-F238E27FC236}">
                <a16:creationId xmlns:a16="http://schemas.microsoft.com/office/drawing/2014/main" id="{05E9A510-8F0C-44EA-A2AA-43290497CDCA}"/>
              </a:ext>
            </a:extLst>
          </p:cNvPr>
          <p:cNvSpPr>
            <a:spLocks xmlns:a="http://schemas.openxmlformats.org/drawingml/2006/main" noGrp="1"/>
          </p:cNvSpPr>
          <p:nvPr/>
        </p:nvSpPr>
        <p:spPr>
          <a:xfrm xmlns:a="http://schemas.openxmlformats.org/drawingml/2006/main">
            <a:off x="2926080" y="4315968"/>
            <a:ext cx="530352" cy="530352"/>
          </a:xfrm>
          <a:prstGeom xmlns:a="http://schemas.openxmlformats.org/drawingml/2006/main" prst="ellipse">
            <a:avLst/>
          </a:prstGeom>
          <a:solidFill xmlns:a="http://schemas.openxmlformats.org/drawingml/2006/main">
            <a:srgbClr val="D9E8FF"/>
          </a:solidFill>
          <a:ln xmlns:a="http://schemas.openxmlformats.org/drawingml/2006/main" w="11430">
            <a:solidFill>
              <a:srgbClr val="1769FF"/>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Text 36">
            <a:extLst xmlns:a="http://schemas.openxmlformats.org/drawingml/2006/main">
              <a:ext uri="{FF2B5EF4-FFF2-40B4-BE49-F238E27FC236}">
                <a16:creationId xmlns:a16="http://schemas.microsoft.com/office/drawing/2014/main" id="{182A798F-8D5D-4FA3-A897-75E09AF038D5}"/>
              </a:ext>
            </a:extLst>
          </p:cNvPr>
          <p:cNvSpPr>
            <a:spLocks xmlns:a="http://schemas.openxmlformats.org/drawingml/2006/main" noGrp="1"/>
          </p:cNvSpPr>
          <p:nvPr/>
        </p:nvSpPr>
        <p:spPr>
          <a:xfrm xmlns:a="http://schemas.openxmlformats.org/drawingml/2006/main">
            <a:off x="2926080" y="4407408"/>
            <a:ext cx="53035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75" b="1">
                <a:solidFill>
                  <a:srgbClr val="0F5AC7"/>
                </a:solidFill>
                <a:latin typeface="NanumGothic"/>
                <a:ea typeface="NanumGothic"/>
                <a:cs typeface="NanumGothic"/>
              </a:rPr>
              <a:t>4</a:t>
            </a:r>
            <a:endParaRPr sz="1200"/>
          </a:p>
        </p:txBody>
      </p:sp>
      <p:sp>
        <p:nvSpPr>
          <p:cNvPr id="39" name="Text 37">
            <a:extLst xmlns:a="http://schemas.openxmlformats.org/drawingml/2006/main">
              <a:ext uri="{FF2B5EF4-FFF2-40B4-BE49-F238E27FC236}">
                <a16:creationId xmlns:a16="http://schemas.microsoft.com/office/drawing/2014/main" id="{CCE426BC-BB34-462C-91D9-1EEF4F0F76FF}"/>
              </a:ext>
            </a:extLst>
          </p:cNvPr>
          <p:cNvSpPr>
            <a:spLocks xmlns:a="http://schemas.openxmlformats.org/drawingml/2006/main" noGrp="1"/>
          </p:cNvSpPr>
          <p:nvPr/>
        </p:nvSpPr>
        <p:spPr>
          <a:xfrm xmlns:a="http://schemas.openxmlformats.org/drawingml/2006/main">
            <a:off x="2926080" y="4645152"/>
            <a:ext cx="530352"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563">
                <a:solidFill>
                  <a:srgbClr val="667085"/>
                </a:solidFill>
                <a:latin typeface="NanumGothic"/>
                <a:ea typeface="NanumGothic"/>
                <a:cs typeface="NanumGothic"/>
              </a:rPr>
              <a:t>대안 탐색</a:t>
            </a:r>
            <a:endParaRPr sz="670"/>
          </a:p>
        </p:txBody>
      </p:sp>
      <p:sp>
        <p:nvSpPr>
          <p:cNvPr id="40" name="Text 38">
            <a:extLst xmlns:a="http://schemas.openxmlformats.org/drawingml/2006/main">
              <a:ext uri="{FF2B5EF4-FFF2-40B4-BE49-F238E27FC236}">
                <a16:creationId xmlns:a16="http://schemas.microsoft.com/office/drawing/2014/main" id="{8952644C-652E-4C44-9CC7-D2F97027D2E9}"/>
              </a:ext>
            </a:extLst>
          </p:cNvPr>
          <p:cNvSpPr>
            <a:spLocks xmlns:a="http://schemas.openxmlformats.org/drawingml/2006/main" noGrp="1"/>
          </p:cNvSpPr>
          <p:nvPr/>
        </p:nvSpPr>
        <p:spPr>
          <a:xfrm xmlns:a="http://schemas.openxmlformats.org/drawingml/2006/main">
            <a:off x="3502152" y="4443984"/>
            <a:ext cx="1554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00" b="1">
                <a:solidFill>
                  <a:srgbClr val="667085"/>
                </a:solidFill>
                <a:latin typeface="NanumGothic"/>
                <a:ea typeface="NanumGothic"/>
                <a:cs typeface="NanumGothic"/>
              </a:rPr>
              <a:t>→</a:t>
            </a:r>
            <a:endParaRPr sz="1200"/>
          </a:p>
        </p:txBody>
      </p:sp>
      <p:sp>
        <p:nvSpPr>
          <p:cNvPr id="41" name="Shape 39">
            <a:extLst xmlns:a="http://schemas.openxmlformats.org/drawingml/2006/main">
              <a:ext uri="{FF2B5EF4-FFF2-40B4-BE49-F238E27FC236}">
                <a16:creationId xmlns:a16="http://schemas.microsoft.com/office/drawing/2014/main" id="{9EB32C52-6D57-408C-A3C6-D9DFC9394B79}"/>
              </a:ext>
            </a:extLst>
          </p:cNvPr>
          <p:cNvSpPr>
            <a:spLocks xmlns:a="http://schemas.openxmlformats.org/drawingml/2006/main" noGrp="1"/>
          </p:cNvSpPr>
          <p:nvPr/>
        </p:nvSpPr>
        <p:spPr>
          <a:xfrm xmlns:a="http://schemas.openxmlformats.org/drawingml/2006/main">
            <a:off x="3712464" y="4315968"/>
            <a:ext cx="530352" cy="530352"/>
          </a:xfrm>
          <a:prstGeom xmlns:a="http://schemas.openxmlformats.org/drawingml/2006/main" prst="ellipse">
            <a:avLst/>
          </a:prstGeom>
          <a:solidFill xmlns:a="http://schemas.openxmlformats.org/drawingml/2006/main">
            <a:srgbClr val="EAF2FF"/>
          </a:solidFill>
          <a:ln xmlns:a="http://schemas.openxmlformats.org/drawingml/2006/main" w="11430">
            <a:solidFill>
              <a:srgbClr val="1769FF"/>
            </a:solidFill>
            <a:prstDash val="solid"/>
          </a:ln>
        </p:spPr>
        <p:txBody>
          <a:bodyPr xmlns:a="http://schemas.openxmlformats.org/drawingml/2006/main"/>
          <a:lstStyle xmlns:a="http://schemas.openxmlformats.org/drawingml/2006/main"/>
          <a:p xmlns:a="http://schemas.openxmlformats.org/drawingml/2006/main">
            <a:endParaRPr/>
          </a:p>
        </p:txBody>
      </p:sp>
      <p:sp>
        <p:nvSpPr>
          <p:cNvPr id="42" name="Text 40">
            <a:extLst xmlns:a="http://schemas.openxmlformats.org/drawingml/2006/main">
              <a:ext uri="{FF2B5EF4-FFF2-40B4-BE49-F238E27FC236}">
                <a16:creationId xmlns:a16="http://schemas.microsoft.com/office/drawing/2014/main" id="{06C6D694-3E19-4F62-B3F2-D92244575374}"/>
              </a:ext>
            </a:extLst>
          </p:cNvPr>
          <p:cNvSpPr>
            <a:spLocks xmlns:a="http://schemas.openxmlformats.org/drawingml/2006/main" noGrp="1"/>
          </p:cNvSpPr>
          <p:nvPr/>
        </p:nvSpPr>
        <p:spPr>
          <a:xfrm xmlns:a="http://schemas.openxmlformats.org/drawingml/2006/main">
            <a:off x="3712464" y="4407408"/>
            <a:ext cx="53035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75" b="1">
                <a:solidFill>
                  <a:srgbClr val="0F5AC7"/>
                </a:solidFill>
                <a:latin typeface="NanumGothic"/>
                <a:ea typeface="NanumGothic"/>
                <a:cs typeface="NanumGothic"/>
              </a:rPr>
              <a:t>5</a:t>
            </a:r>
            <a:endParaRPr sz="1200"/>
          </a:p>
        </p:txBody>
      </p:sp>
      <p:sp>
        <p:nvSpPr>
          <p:cNvPr id="43" name="Text 41">
            <a:extLst xmlns:a="http://schemas.openxmlformats.org/drawingml/2006/main">
              <a:ext uri="{FF2B5EF4-FFF2-40B4-BE49-F238E27FC236}">
                <a16:creationId xmlns:a16="http://schemas.microsoft.com/office/drawing/2014/main" id="{6120AE93-B562-47AF-80F1-DDD5A88ECD31}"/>
              </a:ext>
            </a:extLst>
          </p:cNvPr>
          <p:cNvSpPr>
            <a:spLocks xmlns:a="http://schemas.openxmlformats.org/drawingml/2006/main" noGrp="1"/>
          </p:cNvSpPr>
          <p:nvPr/>
        </p:nvSpPr>
        <p:spPr>
          <a:xfrm xmlns:a="http://schemas.openxmlformats.org/drawingml/2006/main">
            <a:off x="3712464" y="4645152"/>
            <a:ext cx="530352"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540">
                <a:solidFill>
                  <a:srgbClr val="667085"/>
                </a:solidFill>
                <a:latin typeface="NanumGothic"/>
                <a:ea typeface="NanumGothic"/>
                <a:cs typeface="NanumGothic"/>
              </a:rPr>
              <a:t>조건 역제안</a:t>
            </a:r>
            <a:endParaRPr sz="670"/>
          </a:p>
        </p:txBody>
      </p:sp>
      <p:sp>
        <p:nvSpPr>
          <p:cNvPr id="44" name="Shape 42">
            <a:extLst xmlns:a="http://schemas.openxmlformats.org/drawingml/2006/main">
              <a:ext uri="{FF2B5EF4-FFF2-40B4-BE49-F238E27FC236}">
                <a16:creationId xmlns:a16="http://schemas.microsoft.com/office/drawing/2014/main" id="{9872A2C7-C47D-4B2B-ADAB-A0CA2FF7591E}"/>
              </a:ext>
            </a:extLst>
          </p:cNvPr>
          <p:cNvSpPr>
            <a:spLocks xmlns:a="http://schemas.openxmlformats.org/drawingml/2006/main" noGrp="1"/>
          </p:cNvSpPr>
          <p:nvPr/>
        </p:nvSpPr>
        <p:spPr>
          <a:xfrm xmlns:a="http://schemas.openxmlformats.org/drawingml/2006/main">
            <a:off x="4608576" y="4562856"/>
            <a:ext cx="685800" cy="0"/>
          </a:xfrm>
          <a:prstGeom xmlns:a="http://schemas.openxmlformats.org/drawingml/2006/main" prst="line">
            <a:avLst/>
          </a:prstGeom>
          <a:noFill xmlns:a="http://schemas.openxmlformats.org/drawingml/2006/main"/>
          <a:ln xmlns:a="http://schemas.openxmlformats.org/drawingml/2006/main" w="25400">
            <a:solidFill>
              <a:srgbClr val="1769FF"/>
            </a:solidFill>
            <a:prstDash val="solid"/>
            <a:tailEnd type="triangle"/>
          </a:ln>
        </p:spPr>
        <p:txBody>
          <a:bodyPr xmlns:a="http://schemas.openxmlformats.org/drawingml/2006/main"/>
          <a:lstStyle xmlns:a="http://schemas.openxmlformats.org/drawingml/2006/main"/>
          <a:p xmlns:a="http://schemas.openxmlformats.org/drawingml/2006/main">
            <a:endParaRPr/>
          </a:p>
        </p:txBody>
      </p:sp>
      <p:sp>
        <p:nvSpPr>
          <p:cNvPr id="45" name="Shape 43">
            <a:extLst xmlns:a="http://schemas.openxmlformats.org/drawingml/2006/main">
              <a:ext uri="{FF2B5EF4-FFF2-40B4-BE49-F238E27FC236}">
                <a16:creationId xmlns:a16="http://schemas.microsoft.com/office/drawing/2014/main" id="{E48BC0B2-D406-474F-8554-93F922500BAD}"/>
              </a:ext>
            </a:extLst>
          </p:cNvPr>
          <p:cNvSpPr>
            <a:spLocks xmlns:a="http://schemas.openxmlformats.org/drawingml/2006/main" noGrp="1"/>
          </p:cNvSpPr>
          <p:nvPr/>
        </p:nvSpPr>
        <p:spPr>
          <a:xfrm xmlns:a="http://schemas.openxmlformats.org/drawingml/2006/main">
            <a:off x="5440680" y="4151376"/>
            <a:ext cx="3182112" cy="932688"/>
          </a:xfrm>
          <a:prstGeom xmlns:a="http://schemas.openxmlformats.org/drawingml/2006/main" prst="roundRect">
            <a:avLst>
              <a:gd name="adj" fmla="val 7843"/>
            </a:avLst>
          </a:prstGeom>
          <a:solidFill xmlns:a="http://schemas.openxmlformats.org/drawingml/2006/main">
            <a:srgbClr val="E8F8F1"/>
          </a:solidFill>
          <a:ln xmlns:a="http://schemas.openxmlformats.org/drawingml/2006/main" w="17780">
            <a:solidFill>
              <a:srgbClr val="39D98A"/>
            </a:solidFill>
            <a:prstDash val="solid"/>
          </a:ln>
        </p:spPr>
        <p:txBody>
          <a:bodyPr xmlns:a="http://schemas.openxmlformats.org/drawingml/2006/main"/>
          <a:lstStyle xmlns:a="http://schemas.openxmlformats.org/drawingml/2006/main"/>
          <a:p xmlns:a="http://schemas.openxmlformats.org/drawingml/2006/main">
            <a:endParaRPr/>
          </a:p>
        </p:txBody>
      </p:sp>
      <p:sp>
        <p:nvSpPr>
          <p:cNvPr id="46" name="Text 44">
            <a:extLst xmlns:a="http://schemas.openxmlformats.org/drawingml/2006/main">
              <a:ext uri="{FF2B5EF4-FFF2-40B4-BE49-F238E27FC236}">
                <a16:creationId xmlns:a16="http://schemas.microsoft.com/office/drawing/2014/main" id="{1574E76D-EDA8-41C4-BAC7-1E93329DEBCC}"/>
              </a:ext>
            </a:extLst>
          </p:cNvPr>
          <p:cNvSpPr>
            <a:spLocks xmlns:a="http://schemas.openxmlformats.org/drawingml/2006/main" noGrp="1"/>
          </p:cNvSpPr>
          <p:nvPr/>
        </p:nvSpPr>
        <p:spPr>
          <a:xfrm xmlns:a="http://schemas.openxmlformats.org/drawingml/2006/main">
            <a:off x="5650992" y="4279392"/>
            <a:ext cx="1051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500" b="1">
                <a:solidFill>
                  <a:srgbClr val="0A7C50"/>
                </a:solidFill>
                <a:latin typeface="NanumGothic"/>
                <a:ea typeface="NanumGothic"/>
                <a:cs typeface="NanumGothic"/>
              </a:rPr>
              <a:t>가능 조건</a:t>
            </a:r>
            <a:endParaRPr sz="2100"/>
          </a:p>
        </p:txBody>
      </p:sp>
      <p:sp>
        <p:nvSpPr>
          <p:cNvPr id="47" name="Text 45">
            <a:extLst xmlns:a="http://schemas.openxmlformats.org/drawingml/2006/main">
              <a:ext uri="{FF2B5EF4-FFF2-40B4-BE49-F238E27FC236}">
                <a16:creationId xmlns:a16="http://schemas.microsoft.com/office/drawing/2014/main" id="{27993877-CFE5-4891-A3DB-97769BC26ADD}"/>
              </a:ext>
            </a:extLst>
          </p:cNvPr>
          <p:cNvSpPr>
            <a:spLocks xmlns:a="http://schemas.openxmlformats.org/drawingml/2006/main" noGrp="1"/>
          </p:cNvSpPr>
          <p:nvPr/>
        </p:nvSpPr>
        <p:spPr>
          <a:xfrm xmlns:a="http://schemas.openxmlformats.org/drawingml/2006/main">
            <a:off x="6739128" y="4325112"/>
            <a:ext cx="16459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88" b="1">
                <a:solidFill>
                  <a:srgbClr val="172033"/>
                </a:solidFill>
                <a:latin typeface="NanumGothic"/>
                <a:ea typeface="NanumGothic"/>
                <a:cs typeface="NanumGothic"/>
              </a:rPr>
              <a:t>날짜·역·물량을 바꾼 실행안</a:t>
            </a:r>
            <a:endParaRPr sz="1010"/>
          </a:p>
        </p:txBody>
      </p:sp>
      <p:sp>
        <p:nvSpPr>
          <p:cNvPr id="48" name="Text 46">
            <a:extLst xmlns:a="http://schemas.openxmlformats.org/drawingml/2006/main">
              <a:ext uri="{FF2B5EF4-FFF2-40B4-BE49-F238E27FC236}">
                <a16:creationId xmlns:a16="http://schemas.microsoft.com/office/drawing/2014/main" id="{93A6BFAA-0C9A-4F46-9C25-E5690D4D1219}"/>
              </a:ext>
            </a:extLst>
          </p:cNvPr>
          <p:cNvSpPr>
            <a:spLocks xmlns:a="http://schemas.openxmlformats.org/drawingml/2006/main" noGrp="1"/>
          </p:cNvSpPr>
          <p:nvPr/>
        </p:nvSpPr>
        <p:spPr>
          <a:xfrm xmlns:a="http://schemas.openxmlformats.org/drawingml/2006/main">
            <a:off x="5650992" y="4663440"/>
            <a:ext cx="272491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13">
                <a:solidFill>
                  <a:srgbClr val="667085"/>
                </a:solidFill>
                <a:latin typeface="NanumGothic"/>
                <a:ea typeface="NanumGothic"/>
                <a:cs typeface="NanumGothic"/>
              </a:rPr>
              <a:t>“안 됩니다”를 “이렇게 바꾸면 됩니다”로 전환합니다.</a:t>
            </a:r>
            <a:endParaRPr sz="820"/>
          </a:p>
        </p:txBody>
      </p:sp>
      <p:sp>
        <p:nvSpPr>
          <p:cNvPr id="49" name="Shape 47">
            <a:extLst xmlns:a="http://schemas.openxmlformats.org/drawingml/2006/main">
              <a:ext uri="{FF2B5EF4-FFF2-40B4-BE49-F238E27FC236}">
                <a16:creationId xmlns:a16="http://schemas.microsoft.com/office/drawing/2014/main" id="{29F1C5A0-6616-4B50-B693-FF8611F5FEFD}"/>
              </a:ext>
            </a:extLst>
          </p:cNvPr>
          <p:cNvSpPr>
            <a:spLocks xmlns:a="http://schemas.openxmlformats.org/drawingml/2006/main" noGrp="1"/>
          </p:cNvSpPr>
          <p:nvPr/>
        </p:nvSpPr>
        <p:spPr>
          <a:xfrm xmlns:a="http://schemas.openxmlformats.org/drawingml/2006/main">
            <a:off x="502920" y="5349240"/>
            <a:ext cx="8138160" cy="658368"/>
          </a:xfrm>
          <a:prstGeom xmlns:a="http://schemas.openxmlformats.org/drawingml/2006/main" prst="roundRect">
            <a:avLst>
              <a:gd name="adj" fmla="val 11111"/>
            </a:avLst>
          </a:prstGeom>
          <a:solidFill xmlns:a="http://schemas.openxmlformats.org/drawingml/2006/main">
            <a:srgbClr val="EEF2F8"/>
          </a:solidFill>
          <a:ln xmlns:a="http://schemas.openxmlformats.org/drawingml/2006/main" w="10160">
            <a:solidFill>
              <a:srgbClr val="EEF2F8"/>
            </a:solidFill>
            <a:prstDash val="solid"/>
          </a:ln>
        </p:spPr>
        <p:txBody>
          <a:bodyPr xmlns:a="http://schemas.openxmlformats.org/drawingml/2006/main"/>
          <a:lstStyle xmlns:a="http://schemas.openxmlformats.org/drawingml/2006/main"/>
          <a:p xmlns:a="http://schemas.openxmlformats.org/drawingml/2006/main">
            <a:endParaRPr/>
          </a:p>
        </p:txBody>
      </p:sp>
      <p:sp>
        <p:nvSpPr>
          <p:cNvPr id="50" name="Text 48">
            <a:extLst xmlns:a="http://schemas.openxmlformats.org/drawingml/2006/main">
              <a:ext uri="{FF2B5EF4-FFF2-40B4-BE49-F238E27FC236}">
                <a16:creationId xmlns:a16="http://schemas.microsoft.com/office/drawing/2014/main" id="{6BA73547-6336-4D59-A1B0-BE61E9EC0A3A}"/>
              </a:ext>
            </a:extLst>
          </p:cNvPr>
          <p:cNvSpPr>
            <a:spLocks xmlns:a="http://schemas.openxmlformats.org/drawingml/2006/main" noGrp="1"/>
          </p:cNvSpPr>
          <p:nvPr/>
        </p:nvSpPr>
        <p:spPr>
          <a:xfrm xmlns:a="http://schemas.openxmlformats.org/drawingml/2006/main">
            <a:off x="713232" y="5532120"/>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50" b="1">
                <a:solidFill>
                  <a:srgbClr val="0F5AC7"/>
                </a:solidFill>
                <a:latin typeface="NanumGothic"/>
                <a:ea typeface="NanumGothic"/>
                <a:cs typeface="NanumGothic"/>
              </a:rPr>
              <a:t>핵심 차별점</a:t>
            </a:r>
            <a:endParaRPr sz="900"/>
          </a:p>
        </p:txBody>
      </p:sp>
      <p:sp>
        <p:nvSpPr>
          <p:cNvPr id="51" name="Text 49">
            <a:extLst xmlns:a="http://schemas.openxmlformats.org/drawingml/2006/main">
              <a:ext uri="{FF2B5EF4-FFF2-40B4-BE49-F238E27FC236}">
                <a16:creationId xmlns:a16="http://schemas.microsoft.com/office/drawing/2014/main" id="{25F71683-92FD-4E80-BD60-9DE31E7483B5}"/>
              </a:ext>
            </a:extLst>
          </p:cNvPr>
          <p:cNvSpPr>
            <a:spLocks xmlns:a="http://schemas.openxmlformats.org/drawingml/2006/main" noGrp="1"/>
          </p:cNvSpPr>
          <p:nvPr/>
        </p:nvSpPr>
        <p:spPr>
          <a:xfrm xmlns:a="http://schemas.openxmlformats.org/drawingml/2006/main">
            <a:off x="1517904" y="5504688"/>
            <a:ext cx="6812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825" b="1">
                <a:solidFill>
                  <a:srgbClr val="0B1F3A"/>
                </a:solidFill>
                <a:latin typeface="NanumGothic"/>
                <a:ea typeface="NanumGothic"/>
                <a:cs typeface="NanumGothic"/>
              </a:rPr>
              <a:t>화주가 철도 조건을 맞추는 서비스가 아니라, 레일물류 AI가 가능한 조건을 먼저 만들어 제안하는 서비스</a:t>
            </a:r>
            <a:endParaRPr sz="1020"/>
          </a:p>
        </p:txBody>
      </p:sp>
      <p:sp>
        <p:nvSpPr>
          <p:cNvPr id="52" name="Shape 50">
            <a:extLst xmlns:a="http://schemas.openxmlformats.org/drawingml/2006/main">
              <a:ext uri="{FF2B5EF4-FFF2-40B4-BE49-F238E27FC236}">
                <a16:creationId xmlns:a16="http://schemas.microsoft.com/office/drawing/2014/main" id="{827DF8A8-CDA9-4AFF-AB0D-A14C3ECA3CE7}"/>
              </a:ext>
            </a:extLst>
          </p:cNvPr>
          <p:cNvSpPr>
            <a:spLocks xmlns:a="http://schemas.openxmlformats.org/drawingml/2006/main" noGrp="1"/>
          </p:cNvSpPr>
          <p:nvPr/>
        </p:nvSpPr>
        <p:spPr>
          <a:xfrm xmlns:a="http://schemas.openxmlformats.org/drawingml/2006/main">
            <a:off x="475488" y="6437376"/>
            <a:ext cx="8193024" cy="0"/>
          </a:xfrm>
          <a:prstGeom xmlns:a="http://schemas.openxmlformats.org/drawingml/2006/main" prst="line">
            <a:avLst/>
          </a:prstGeom>
          <a:noFill xmlns:a="http://schemas.openxmlformats.org/drawingml/2006/main"/>
          <a:ln xmlns:a="http://schemas.openxmlformats.org/drawingml/2006/main" w="8890">
            <a:solidFill>
              <a:srgbClr val="D7DFEA"/>
            </a:solidFill>
            <a:prstDash val="solid"/>
          </a:ln>
        </p:spPr>
        <p:txBody>
          <a:bodyPr xmlns:a="http://schemas.openxmlformats.org/drawingml/2006/main"/>
          <a:lstStyle xmlns:a="http://schemas.openxmlformats.org/drawingml/2006/main"/>
          <a:p xmlns:a="http://schemas.openxmlformats.org/drawingml/2006/main">
            <a:endParaRPr/>
          </a:p>
        </p:txBody>
      </p:sp>
      <p:sp>
        <p:nvSpPr>
          <p:cNvPr id="53" name="Text 51">
            <a:extLst xmlns:a="http://schemas.openxmlformats.org/drawingml/2006/main">
              <a:ext uri="{FF2B5EF4-FFF2-40B4-BE49-F238E27FC236}">
                <a16:creationId xmlns:a16="http://schemas.microsoft.com/office/drawing/2014/main" id="{740CF42E-5D00-4363-92EC-1020842DA5B3}"/>
              </a:ext>
            </a:extLst>
          </p:cNvPr>
          <p:cNvSpPr>
            <a:spLocks xmlns:a="http://schemas.openxmlformats.org/drawingml/2006/main" noGrp="1"/>
          </p:cNvSpPr>
          <p:nvPr/>
        </p:nvSpPr>
        <p:spPr>
          <a:xfrm xmlns:a="http://schemas.openxmlformats.org/drawingml/2006/main">
            <a:off x="475488" y="6492240"/>
            <a:ext cx="388620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50">
                <a:solidFill>
                  <a:srgbClr val="667085"/>
                </a:solidFill>
                <a:latin typeface="NanumGothic"/>
                <a:ea typeface="NanumGothic"/>
                <a:cs typeface="NanumGothic"/>
              </a:rPr>
              <a:t>MOVE AI CHALLENGE 2026 · 레일물류 AI</a:t>
            </a:r>
            <a:endParaRPr sz="750"/>
          </a:p>
        </p:txBody>
      </p:sp>
      <p:sp>
        <p:nvSpPr>
          <p:cNvPr id="54" name="Text 52">
            <a:extLst xmlns:a="http://schemas.openxmlformats.org/drawingml/2006/main">
              <a:ext uri="{FF2B5EF4-FFF2-40B4-BE49-F238E27FC236}">
                <a16:creationId xmlns:a16="http://schemas.microsoft.com/office/drawing/2014/main" id="{573438B7-A807-4522-8346-9FB9F7431FF2}"/>
              </a:ext>
            </a:extLst>
          </p:cNvPr>
          <p:cNvSpPr>
            <a:spLocks xmlns:a="http://schemas.openxmlformats.org/drawingml/2006/main" noGrp="1"/>
          </p:cNvSpPr>
          <p:nvPr/>
        </p:nvSpPr>
        <p:spPr>
          <a:xfrm xmlns:a="http://schemas.openxmlformats.org/drawingml/2006/main">
            <a:off x="8229600" y="6492240"/>
            <a:ext cx="4114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750" b="1">
                <a:solidFill>
                  <a:srgbClr val="667085"/>
                </a:solidFill>
                <a:latin typeface="NanumGothic"/>
                <a:ea typeface="NanumGothic"/>
                <a:cs typeface="NanumGothic"/>
              </a:rPr>
              <a:t>03</a:t>
            </a:r>
            <a:endParaRPr sz="750"/>
          </a:p>
        </p:txBody>
      </p:sp>
    </p:spTree>
    <p:extLst>
      <p:ext uri="{BB962C8B-B14F-4D97-AF65-F5344CB8AC3E}">
        <p14:creationId xmlns:p14="http://schemas.microsoft.com/office/powerpoint/2010/main" val="142381677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7F9F830-B03B-4EA4-A4F3-F7A6277A2153}"/>
              </a:ext>
            </a:extLst>
          </p:cNvPr>
          <p:cNvSpPr>
            <a:spLocks xmlns:a="http://schemas.openxmlformats.org/drawingml/2006/main" noGrp="1"/>
          </p:cNvSpPr>
          <p:nvPr/>
        </p:nvSpPr>
        <p:spPr>
          <a:xfrm xmlns:a="http://schemas.openxmlformats.org/drawingml/2006/main">
            <a:off x="475488" y="347472"/>
            <a:ext cx="502920" cy="274320"/>
          </a:xfrm>
          <a:prstGeom xmlns:a="http://schemas.openxmlformats.org/drawingml/2006/main" prst="roundRect">
            <a:avLst>
              <a:gd name="adj" fmla="val 26667"/>
            </a:avLst>
          </a:prstGeom>
          <a:solidFill xmlns:a="http://schemas.openxmlformats.org/drawingml/2006/main">
            <a:srgbClr val="0B1F3A"/>
          </a:solidFill>
          <a:ln xmlns:a="http://schemas.openxmlformats.org/drawingml/2006/main" w="12700">
            <a:solidFill>
              <a:srgbClr val="0B1F3A"/>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63C3E657-BE83-4CBD-AC5A-CA186DC8CD9A}"/>
              </a:ext>
            </a:extLst>
          </p:cNvPr>
          <p:cNvSpPr>
            <a:spLocks xmlns:a="http://schemas.openxmlformats.org/drawingml/2006/main" noGrp="1"/>
          </p:cNvSpPr>
          <p:nvPr/>
        </p:nvSpPr>
        <p:spPr>
          <a:xfrm xmlns:a="http://schemas.openxmlformats.org/drawingml/2006/main">
            <a:off x="548640" y="356616"/>
            <a:ext cx="3566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750" b="1">
                <a:solidFill>
                  <a:srgbClr val="FFFFFF"/>
                </a:solidFill>
                <a:latin typeface="NanumGothic"/>
                <a:ea typeface="NanumGothic"/>
                <a:cs typeface="NanumGothic"/>
              </a:rPr>
              <a:t>02</a:t>
            </a:r>
            <a:endParaRPr sz="1000"/>
          </a:p>
        </p:txBody>
      </p:sp>
      <p:sp>
        <p:nvSpPr>
          <p:cNvPr id="4" name="Text 2">
            <a:extLst xmlns:a="http://schemas.openxmlformats.org/drawingml/2006/main">
              <a:ext uri="{FF2B5EF4-FFF2-40B4-BE49-F238E27FC236}">
                <a16:creationId xmlns:a16="http://schemas.microsoft.com/office/drawing/2014/main" id="{A3E52EAA-A4BD-465F-828C-5CF6B9E3823B}"/>
              </a:ext>
            </a:extLst>
          </p:cNvPr>
          <p:cNvSpPr>
            <a:spLocks xmlns:a="http://schemas.openxmlformats.org/drawingml/2006/main" noGrp="1"/>
          </p:cNvSpPr>
          <p:nvPr/>
        </p:nvSpPr>
        <p:spPr>
          <a:xfrm xmlns:a="http://schemas.openxmlformats.org/drawingml/2006/main">
            <a:off x="1133856" y="274320"/>
            <a:ext cx="71780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2400" b="1">
                <a:solidFill>
                  <a:srgbClr val="0B1F3A"/>
                </a:solidFill>
                <a:latin typeface="NanumGothic"/>
                <a:ea typeface="NanumGothic"/>
                <a:cs typeface="NanumGothic"/>
              </a:rPr>
              <a:t>문제 인식</a:t>
            </a:r>
            <a:endParaRPr sz="2400"/>
          </a:p>
        </p:txBody>
      </p:sp>
      <p:sp>
        <p:nvSpPr>
          <p:cNvPr id="5" name="Text 3">
            <a:extLst xmlns:a="http://schemas.openxmlformats.org/drawingml/2006/main">
              <a:ext uri="{FF2B5EF4-FFF2-40B4-BE49-F238E27FC236}">
                <a16:creationId xmlns:a16="http://schemas.microsoft.com/office/drawing/2014/main" id="{41EF58C0-111D-421B-8FDC-3D238EE9DB04}"/>
              </a:ext>
            </a:extLst>
          </p:cNvPr>
          <p:cNvSpPr>
            <a:spLocks xmlns:a="http://schemas.openxmlformats.org/drawingml/2006/main" noGrp="1"/>
          </p:cNvSpPr>
          <p:nvPr/>
        </p:nvSpPr>
        <p:spPr>
          <a:xfrm xmlns:a="http://schemas.openxmlformats.org/drawingml/2006/main">
            <a:off x="1143000" y="740664"/>
            <a:ext cx="7360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25">
                <a:solidFill>
                  <a:srgbClr val="667085"/>
                </a:solidFill>
                <a:latin typeface="NanumGothic"/>
                <a:ea typeface="NanumGothic"/>
                <a:cs typeface="NanumGothic"/>
              </a:rPr>
              <a:t>철도 운송을 검토하는 순간, 문의 방식과 대응 구조가 전환 가능성을 먼저 막고 있습니다.</a:t>
            </a:r>
            <a:endParaRPr sz="950"/>
          </a:p>
        </p:txBody>
      </p:sp>
      <p:sp>
        <p:nvSpPr>
          <p:cNvPr id="6" name="Shape 4">
            <a:extLst xmlns:a="http://schemas.openxmlformats.org/drawingml/2006/main">
              <a:ext uri="{FF2B5EF4-FFF2-40B4-BE49-F238E27FC236}">
                <a16:creationId xmlns:a16="http://schemas.microsoft.com/office/drawing/2014/main" id="{1C265D29-E72E-4AC4-9213-F58221516E09}"/>
              </a:ext>
            </a:extLst>
          </p:cNvPr>
          <p:cNvSpPr>
            <a:spLocks xmlns:a="http://schemas.openxmlformats.org/drawingml/2006/main" noGrp="1"/>
          </p:cNvSpPr>
          <p:nvPr/>
        </p:nvSpPr>
        <p:spPr>
          <a:xfrm xmlns:a="http://schemas.openxmlformats.org/drawingml/2006/main">
            <a:off x="475488" y="1078992"/>
            <a:ext cx="8193024" cy="0"/>
          </a:xfrm>
          <a:prstGeom xmlns:a="http://schemas.openxmlformats.org/drawingml/2006/main" prst="line">
            <a:avLst/>
          </a:prstGeom>
          <a:noFill xmlns:a="http://schemas.openxmlformats.org/drawingml/2006/main"/>
          <a:ln xmlns:a="http://schemas.openxmlformats.org/drawingml/2006/main" w="13970">
            <a:solidFill>
              <a:srgbClr val="D7DFEA"/>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hape 5">
            <a:extLst xmlns:a="http://schemas.openxmlformats.org/drawingml/2006/main">
              <a:ext uri="{FF2B5EF4-FFF2-40B4-BE49-F238E27FC236}">
                <a16:creationId xmlns:a16="http://schemas.microsoft.com/office/drawing/2014/main" id="{F196F875-020F-4F61-BA96-1FF2EE85D75F}"/>
              </a:ext>
            </a:extLst>
          </p:cNvPr>
          <p:cNvSpPr>
            <a:spLocks xmlns:a="http://schemas.openxmlformats.org/drawingml/2006/main" noGrp="1"/>
          </p:cNvSpPr>
          <p:nvPr/>
        </p:nvSpPr>
        <p:spPr>
          <a:xfrm xmlns:a="http://schemas.openxmlformats.org/drawingml/2006/main">
            <a:off x="502920" y="1298448"/>
            <a:ext cx="8138160" cy="585216"/>
          </a:xfrm>
          <a:prstGeom xmlns:a="http://schemas.openxmlformats.org/drawingml/2006/main" prst="roundRect">
            <a:avLst>
              <a:gd name="adj" fmla="val 12500"/>
            </a:avLst>
          </a:prstGeom>
          <a:solidFill xmlns:a="http://schemas.openxmlformats.org/drawingml/2006/main">
            <a:srgbClr val="0B1F3A"/>
          </a:solidFill>
          <a:ln xmlns:a="http://schemas.openxmlformats.org/drawingml/2006/main" w="10160">
            <a:solidFill>
              <a:srgbClr val="0B1F3A"/>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C9032E69-D8EE-40A3-9C9C-3DC22810BEAC}"/>
              </a:ext>
            </a:extLst>
          </p:cNvPr>
          <p:cNvSpPr>
            <a:spLocks xmlns:a="http://schemas.openxmlformats.org/drawingml/2006/main" noGrp="1"/>
          </p:cNvSpPr>
          <p:nvPr/>
        </p:nvSpPr>
        <p:spPr>
          <a:xfrm xmlns:a="http://schemas.openxmlformats.org/drawingml/2006/main">
            <a:off x="749808" y="1408176"/>
            <a:ext cx="76260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725" b="1">
                <a:solidFill>
                  <a:srgbClr val="FFFFFF"/>
                </a:solidFill>
                <a:latin typeface="NanumGothic"/>
                <a:ea typeface="NanumGothic"/>
                <a:cs typeface="NanumGothic"/>
              </a:rPr>
              <a:t>“안 됩니다”라는 답 뒤에, 가능한 조건이 남지 않습니다.</a:t>
            </a:r>
            <a:endParaRPr sz="1700"/>
          </a:p>
        </p:txBody>
      </p:sp>
      <p:sp>
        <p:nvSpPr>
          <p:cNvPr id="9" name="Shape 7">
            <a:extLst xmlns:a="http://schemas.openxmlformats.org/drawingml/2006/main">
              <a:ext uri="{FF2B5EF4-FFF2-40B4-BE49-F238E27FC236}">
                <a16:creationId xmlns:a16="http://schemas.microsoft.com/office/drawing/2014/main" id="{2F747C4A-A3EE-4FF0-BA74-9719B8806543}"/>
              </a:ext>
            </a:extLst>
          </p:cNvPr>
          <p:cNvSpPr>
            <a:spLocks xmlns:a="http://schemas.openxmlformats.org/drawingml/2006/main" noGrp="1"/>
          </p:cNvSpPr>
          <p:nvPr/>
        </p:nvSpPr>
        <p:spPr>
          <a:xfrm xmlns:a="http://schemas.openxmlformats.org/drawingml/2006/main">
            <a:off x="502920" y="2112264"/>
            <a:ext cx="2578608" cy="1517904"/>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10160">
            <a:solidFill>
              <a:srgbClr val="D7DFEA"/>
            </a:solidFill>
            <a:prstDash val="solid"/>
          </a:ln>
          <a:effectLst xmlns:a="http://schemas.openxmlformats.org/drawingml/2006/main">
            <a:outerShdw blurRad="322580000" dist="645160000" algn="bl" rotWithShape="0">
              <a:srgbClr val="0B1F3A">
                <a:alpha val="0"/>
              </a:srgbClr>
            </a:outerShdw>
          </a:effectLst>
        </p:spPr>
        <p:txBody>
          <a:bodyPr xmlns:a="http://schemas.openxmlformats.org/drawingml/2006/main"/>
          <a:lstStyle xmlns:a="http://schemas.openxmlformats.org/drawingml/2006/main"/>
          <a:p xmlns:a="http://schemas.openxmlformats.org/drawingml/2006/main">
            <a:endParaRPr/>
          </a:p>
        </p:txBody>
      </p:sp>
      <p:sp>
        <p:nvSpPr>
          <p:cNvPr id="10" name="Shape 8">
            <a:extLst xmlns:a="http://schemas.openxmlformats.org/drawingml/2006/main">
              <a:ext uri="{FF2B5EF4-FFF2-40B4-BE49-F238E27FC236}">
                <a16:creationId xmlns:a16="http://schemas.microsoft.com/office/drawing/2014/main" id="{7E7764F6-E94B-49E6-8166-F159606FE72F}"/>
              </a:ext>
            </a:extLst>
          </p:cNvPr>
          <p:cNvSpPr>
            <a:spLocks xmlns:a="http://schemas.openxmlformats.org/drawingml/2006/main" noGrp="1"/>
          </p:cNvSpPr>
          <p:nvPr/>
        </p:nvSpPr>
        <p:spPr>
          <a:xfrm xmlns:a="http://schemas.openxmlformats.org/drawingml/2006/main">
            <a:off x="658368" y="2258568"/>
            <a:ext cx="429768" cy="274320"/>
          </a:xfrm>
          <a:prstGeom xmlns:a="http://schemas.openxmlformats.org/drawingml/2006/main" prst="roundRect">
            <a:avLst>
              <a:gd name="adj" fmla="val 26667"/>
            </a:avLst>
          </a:prstGeom>
          <a:solidFill xmlns:a="http://schemas.openxmlformats.org/drawingml/2006/main">
            <a:srgbClr val="EAF2FF"/>
          </a:solidFill>
          <a:ln xmlns:a="http://schemas.openxmlformats.org/drawingml/2006/main" w="12700">
            <a:solidFill>
              <a:srgbClr val="EAF2F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E712D760-9449-4FA9-A56B-B58B3FF2DADC}"/>
              </a:ext>
            </a:extLst>
          </p:cNvPr>
          <p:cNvSpPr>
            <a:spLocks xmlns:a="http://schemas.openxmlformats.org/drawingml/2006/main" noGrp="1"/>
          </p:cNvSpPr>
          <p:nvPr/>
        </p:nvSpPr>
        <p:spPr>
          <a:xfrm xmlns:a="http://schemas.openxmlformats.org/drawingml/2006/main">
            <a:off x="731520" y="2267712"/>
            <a:ext cx="28346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900" b="1">
                <a:solidFill>
                  <a:srgbClr val="0F5AC7"/>
                </a:solidFill>
                <a:latin typeface="NanumGothic"/>
                <a:ea typeface="NanumGothic"/>
                <a:cs typeface="NanumGothic"/>
              </a:rPr>
              <a:t>01</a:t>
            </a:r>
            <a:endParaRPr sz="900"/>
          </a:p>
        </p:txBody>
      </p:sp>
      <p:sp>
        <p:nvSpPr>
          <p:cNvPr id="12" name="Text 10">
            <a:extLst xmlns:a="http://schemas.openxmlformats.org/drawingml/2006/main">
              <a:ext uri="{FF2B5EF4-FFF2-40B4-BE49-F238E27FC236}">
                <a16:creationId xmlns:a16="http://schemas.microsoft.com/office/drawing/2014/main" id="{9CF9DE83-86F6-4161-8B86-8B60B12E8DA5}"/>
              </a:ext>
            </a:extLst>
          </p:cNvPr>
          <p:cNvSpPr>
            <a:spLocks xmlns:a="http://schemas.openxmlformats.org/drawingml/2006/main" noGrp="1"/>
          </p:cNvSpPr>
          <p:nvPr/>
        </p:nvSpPr>
        <p:spPr>
          <a:xfrm xmlns:a="http://schemas.openxmlformats.org/drawingml/2006/main">
            <a:off x="658368" y="2651760"/>
            <a:ext cx="226771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r>
              <a:rPr sz="1125" b="1">
                <a:solidFill>
                  <a:srgbClr val="0B1F3A"/>
                </a:solidFill>
                <a:latin typeface="NanumGothic"/>
                <a:ea typeface="NanumGothic"/>
                <a:cs typeface="NanumGothic"/>
              </a:rPr>
              <a:t>수동 대응 구조</a:t>
            </a:r>
            <a:endParaRPr sz="1220"/>
          </a:p>
        </p:txBody>
      </p:sp>
      <p:sp>
        <p:nvSpPr>
          <p:cNvPr id="13" name="Text 11">
            <a:extLst xmlns:a="http://schemas.openxmlformats.org/drawingml/2006/main">
              <a:ext uri="{FF2B5EF4-FFF2-40B4-BE49-F238E27FC236}">
                <a16:creationId xmlns:a16="http://schemas.microsoft.com/office/drawing/2014/main" id="{9180D2D5-BE3C-437B-AB85-C114BF984408}"/>
              </a:ext>
            </a:extLst>
          </p:cNvPr>
          <p:cNvSpPr>
            <a:spLocks xmlns:a="http://schemas.openxmlformats.org/drawingml/2006/main" noGrp="1"/>
          </p:cNvSpPr>
          <p:nvPr/>
        </p:nvSpPr>
        <p:spPr>
          <a:xfrm xmlns:a="http://schemas.openxmlformats.org/drawingml/2006/main">
            <a:off x="658368" y="3017520"/>
            <a:ext cx="22677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r>
              <a:rPr sz="788">
                <a:solidFill>
                  <a:srgbClr val="667085"/>
                </a:solidFill>
                <a:latin typeface="NanumGothic"/>
                <a:ea typeface="NanumGothic"/>
                <a:cs typeface="NanumGothic"/>
              </a:rPr>
              <a:t>화주가 출발역·화차·일정 등 철도 조건을 먼저 맞춰 문의해야 검토가 시작됩니다.</a:t>
            </a:r>
            <a:endParaRPr sz="920"/>
          </a:p>
        </p:txBody>
      </p:sp>
      <p:sp>
        <p:nvSpPr>
          <p:cNvPr id="14" name="Shape 12">
            <a:extLst xmlns:a="http://schemas.openxmlformats.org/drawingml/2006/main">
              <a:ext uri="{FF2B5EF4-FFF2-40B4-BE49-F238E27FC236}">
                <a16:creationId xmlns:a16="http://schemas.microsoft.com/office/drawing/2014/main" id="{13AB4943-81E1-46F6-8384-94C0D5338D62}"/>
              </a:ext>
            </a:extLst>
          </p:cNvPr>
          <p:cNvSpPr>
            <a:spLocks xmlns:a="http://schemas.openxmlformats.org/drawingml/2006/main" noGrp="1"/>
          </p:cNvSpPr>
          <p:nvPr/>
        </p:nvSpPr>
        <p:spPr>
          <a:xfrm xmlns:a="http://schemas.openxmlformats.org/drawingml/2006/main">
            <a:off x="3273552" y="2112264"/>
            <a:ext cx="2578608" cy="1517904"/>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17780">
            <a:solidFill>
              <a:srgbClr val="1769FF"/>
            </a:solidFill>
            <a:prstDash val="solid"/>
          </a:ln>
          <a:effectLst xmlns:a="http://schemas.openxmlformats.org/drawingml/2006/main">
            <a:outerShdw algn="bl" rotWithShape="0">
              <a:srgbClr val="0B1F3A">
                <a:alpha val="0"/>
              </a:srgbClr>
            </a:outerShdw>
          </a:effectLst>
        </p:spPr>
        <p:txBody>
          <a:bodyPr xmlns:a="http://schemas.openxmlformats.org/drawingml/2006/main"/>
          <a:lstStyle xmlns:a="http://schemas.openxmlformats.org/drawingml/2006/main"/>
          <a:p xmlns:a="http://schemas.openxmlformats.org/drawingml/2006/main">
            <a:endParaRPr/>
          </a:p>
        </p:txBody>
      </p:sp>
      <p:sp>
        <p:nvSpPr>
          <p:cNvPr id="15" name="Shape 13">
            <a:extLst xmlns:a="http://schemas.openxmlformats.org/drawingml/2006/main">
              <a:ext uri="{FF2B5EF4-FFF2-40B4-BE49-F238E27FC236}">
                <a16:creationId xmlns:a16="http://schemas.microsoft.com/office/drawing/2014/main" id="{E6F1E6C6-2931-45DA-87E3-342018A8F9FA}"/>
              </a:ext>
            </a:extLst>
          </p:cNvPr>
          <p:cNvSpPr>
            <a:spLocks xmlns:a="http://schemas.openxmlformats.org/drawingml/2006/main" noGrp="1"/>
          </p:cNvSpPr>
          <p:nvPr/>
        </p:nvSpPr>
        <p:spPr>
          <a:xfrm xmlns:a="http://schemas.openxmlformats.org/drawingml/2006/main">
            <a:off x="3429000" y="2258568"/>
            <a:ext cx="429768" cy="274320"/>
          </a:xfrm>
          <a:prstGeom xmlns:a="http://schemas.openxmlformats.org/drawingml/2006/main" prst="roundRect">
            <a:avLst>
              <a:gd name="adj" fmla="val 26667"/>
            </a:avLst>
          </a:prstGeom>
          <a:solidFill xmlns:a="http://schemas.openxmlformats.org/drawingml/2006/main">
            <a:srgbClr val="1769FF"/>
          </a:solidFill>
          <a:ln xmlns:a="http://schemas.openxmlformats.org/drawingml/2006/main" w="12700">
            <a:solidFill>
              <a:srgbClr val="1769FF"/>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5853C52E-F885-4801-8B5E-7D1B9AEEDD8D}"/>
              </a:ext>
            </a:extLst>
          </p:cNvPr>
          <p:cNvSpPr>
            <a:spLocks xmlns:a="http://schemas.openxmlformats.org/drawingml/2006/main" noGrp="1"/>
          </p:cNvSpPr>
          <p:nvPr/>
        </p:nvSpPr>
        <p:spPr>
          <a:xfrm xmlns:a="http://schemas.openxmlformats.org/drawingml/2006/main">
            <a:off x="3502152" y="2267712"/>
            <a:ext cx="28346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900" b="1">
                <a:solidFill>
                  <a:srgbClr val="FFFFFF"/>
                </a:solidFill>
                <a:latin typeface="NanumGothic"/>
                <a:ea typeface="NanumGothic"/>
                <a:cs typeface="NanumGothic"/>
              </a:rPr>
              <a:t>02</a:t>
            </a:r>
            <a:endParaRPr sz="900"/>
          </a:p>
        </p:txBody>
      </p:sp>
      <p:sp>
        <p:nvSpPr>
          <p:cNvPr id="17" name="Text 15">
            <a:extLst xmlns:a="http://schemas.openxmlformats.org/drawingml/2006/main">
              <a:ext uri="{FF2B5EF4-FFF2-40B4-BE49-F238E27FC236}">
                <a16:creationId xmlns:a16="http://schemas.microsoft.com/office/drawing/2014/main" id="{1ADED22B-50D8-465C-B231-54A06A15C4D4}"/>
              </a:ext>
            </a:extLst>
          </p:cNvPr>
          <p:cNvSpPr>
            <a:spLocks xmlns:a="http://schemas.openxmlformats.org/drawingml/2006/main" noGrp="1"/>
          </p:cNvSpPr>
          <p:nvPr/>
        </p:nvSpPr>
        <p:spPr>
          <a:xfrm xmlns:a="http://schemas.openxmlformats.org/drawingml/2006/main">
            <a:off x="3429000" y="2651760"/>
            <a:ext cx="226771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r>
              <a:rPr sz="1125" b="1">
                <a:solidFill>
                  <a:srgbClr val="0B1F3A"/>
                </a:solidFill>
                <a:latin typeface="NanumGothic"/>
                <a:ea typeface="NanumGothic"/>
                <a:cs typeface="NanumGothic"/>
              </a:rPr>
              <a:t>불가 판정에서 종료</a:t>
            </a:r>
            <a:endParaRPr sz="1220"/>
          </a:p>
        </p:txBody>
      </p:sp>
      <p:sp>
        <p:nvSpPr>
          <p:cNvPr id="18" name="Text 16">
            <a:extLst xmlns:a="http://schemas.openxmlformats.org/drawingml/2006/main">
              <a:ext uri="{FF2B5EF4-FFF2-40B4-BE49-F238E27FC236}">
                <a16:creationId xmlns:a16="http://schemas.microsoft.com/office/drawing/2014/main" id="{39129F27-F959-4CC6-B7B2-43E769E0D5BF}"/>
              </a:ext>
            </a:extLst>
          </p:cNvPr>
          <p:cNvSpPr>
            <a:spLocks xmlns:a="http://schemas.openxmlformats.org/drawingml/2006/main" noGrp="1"/>
          </p:cNvSpPr>
          <p:nvPr/>
        </p:nvSpPr>
        <p:spPr>
          <a:xfrm xmlns:a="http://schemas.openxmlformats.org/drawingml/2006/main">
            <a:off x="3429000" y="3017520"/>
            <a:ext cx="22677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r>
              <a:rPr sz="788">
                <a:solidFill>
                  <a:srgbClr val="667085"/>
                </a:solidFill>
                <a:latin typeface="NanumGothic"/>
                <a:ea typeface="NanumGothic"/>
                <a:cs typeface="NanumGothic"/>
              </a:rPr>
              <a:t>한 조건이라도 맞지 않으면 불가로 끝나며, 무엇을 바꾸면 되는지 안내가 남지 않습니다.</a:t>
            </a:r>
            <a:endParaRPr sz="920"/>
          </a:p>
        </p:txBody>
      </p:sp>
      <p:sp>
        <p:nvSpPr>
          <p:cNvPr id="19" name="Shape 17">
            <a:extLst xmlns:a="http://schemas.openxmlformats.org/drawingml/2006/main">
              <a:ext uri="{FF2B5EF4-FFF2-40B4-BE49-F238E27FC236}">
                <a16:creationId xmlns:a16="http://schemas.microsoft.com/office/drawing/2014/main" id="{6E20C8F7-11E3-41E4-83E2-1F0A6B91370F}"/>
              </a:ext>
            </a:extLst>
          </p:cNvPr>
          <p:cNvSpPr>
            <a:spLocks xmlns:a="http://schemas.openxmlformats.org/drawingml/2006/main" noGrp="1"/>
          </p:cNvSpPr>
          <p:nvPr/>
        </p:nvSpPr>
        <p:spPr>
          <a:xfrm xmlns:a="http://schemas.openxmlformats.org/drawingml/2006/main">
            <a:off x="6044184" y="2112264"/>
            <a:ext cx="2578608" cy="1517904"/>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10160">
            <a:solidFill>
              <a:srgbClr val="D7DFEA"/>
            </a:solidFill>
            <a:prstDash val="solid"/>
          </a:ln>
          <a:effectLst xmlns:a="http://schemas.openxmlformats.org/drawingml/2006/main">
            <a:outerShdw algn="bl" rotWithShape="0">
              <a:srgbClr val="0B1F3A">
                <a:alpha val="0"/>
              </a:srgbClr>
            </a:outerShdw>
          </a:effectLst>
        </p:spPr>
        <p:txBody>
          <a:bodyPr xmlns:a="http://schemas.openxmlformats.org/drawingml/2006/main"/>
          <a:lstStyle xmlns:a="http://schemas.openxmlformats.org/drawingml/2006/main"/>
          <a:p xmlns:a="http://schemas.openxmlformats.org/drawingml/2006/main">
            <a:endParaRPr/>
          </a:p>
        </p:txBody>
      </p:sp>
      <p:sp>
        <p:nvSpPr>
          <p:cNvPr id="20" name="Shape 18">
            <a:extLst xmlns:a="http://schemas.openxmlformats.org/drawingml/2006/main">
              <a:ext uri="{FF2B5EF4-FFF2-40B4-BE49-F238E27FC236}">
                <a16:creationId xmlns:a16="http://schemas.microsoft.com/office/drawing/2014/main" id="{3E13F9EB-E969-4716-877B-4F7FD20410CA}"/>
              </a:ext>
            </a:extLst>
          </p:cNvPr>
          <p:cNvSpPr>
            <a:spLocks xmlns:a="http://schemas.openxmlformats.org/drawingml/2006/main" noGrp="1"/>
          </p:cNvSpPr>
          <p:nvPr/>
        </p:nvSpPr>
        <p:spPr>
          <a:xfrm xmlns:a="http://schemas.openxmlformats.org/drawingml/2006/main">
            <a:off x="6199632" y="2258568"/>
            <a:ext cx="429768" cy="274320"/>
          </a:xfrm>
          <a:prstGeom xmlns:a="http://schemas.openxmlformats.org/drawingml/2006/main" prst="roundRect">
            <a:avLst>
              <a:gd name="adj" fmla="val 26667"/>
            </a:avLst>
          </a:prstGeom>
          <a:solidFill xmlns:a="http://schemas.openxmlformats.org/drawingml/2006/main">
            <a:srgbClr val="EAF2FF"/>
          </a:solidFill>
          <a:ln xmlns:a="http://schemas.openxmlformats.org/drawingml/2006/main" w="12700">
            <a:solidFill>
              <a:srgbClr val="EAF2FF"/>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Text 19">
            <a:extLst xmlns:a="http://schemas.openxmlformats.org/drawingml/2006/main">
              <a:ext uri="{FF2B5EF4-FFF2-40B4-BE49-F238E27FC236}">
                <a16:creationId xmlns:a16="http://schemas.microsoft.com/office/drawing/2014/main" id="{8E6C703F-E4F0-4AF6-8D9B-1C7E9F680508}"/>
              </a:ext>
            </a:extLst>
          </p:cNvPr>
          <p:cNvSpPr>
            <a:spLocks xmlns:a="http://schemas.openxmlformats.org/drawingml/2006/main" noGrp="1"/>
          </p:cNvSpPr>
          <p:nvPr/>
        </p:nvSpPr>
        <p:spPr>
          <a:xfrm xmlns:a="http://schemas.openxmlformats.org/drawingml/2006/main">
            <a:off x="6272784" y="2267712"/>
            <a:ext cx="28346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900" b="1">
                <a:solidFill>
                  <a:srgbClr val="0F5AC7"/>
                </a:solidFill>
                <a:latin typeface="NanumGothic"/>
                <a:ea typeface="NanumGothic"/>
                <a:cs typeface="NanumGothic"/>
              </a:rPr>
              <a:t>03</a:t>
            </a:r>
            <a:endParaRPr sz="900"/>
          </a:p>
        </p:txBody>
      </p:sp>
      <p:sp>
        <p:nvSpPr>
          <p:cNvPr id="22" name="Text 20">
            <a:extLst xmlns:a="http://schemas.openxmlformats.org/drawingml/2006/main">
              <a:ext uri="{FF2B5EF4-FFF2-40B4-BE49-F238E27FC236}">
                <a16:creationId xmlns:a16="http://schemas.microsoft.com/office/drawing/2014/main" id="{9DABD8C3-AC7B-4765-8CD0-81D754BB265E}"/>
              </a:ext>
            </a:extLst>
          </p:cNvPr>
          <p:cNvSpPr>
            <a:spLocks xmlns:a="http://schemas.openxmlformats.org/drawingml/2006/main" noGrp="1"/>
          </p:cNvSpPr>
          <p:nvPr/>
        </p:nvSpPr>
        <p:spPr>
          <a:xfrm xmlns:a="http://schemas.openxmlformats.org/drawingml/2006/main">
            <a:off x="6199632" y="2651760"/>
            <a:ext cx="226771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r>
              <a:rPr sz="1125" b="1">
                <a:solidFill>
                  <a:srgbClr val="0B1F3A"/>
                </a:solidFill>
                <a:latin typeface="NanumGothic"/>
                <a:ea typeface="NanumGothic"/>
                <a:cs typeface="NanumGothic"/>
              </a:rPr>
              <a:t>정보·비용의 단절</a:t>
            </a:r>
            <a:endParaRPr sz="1220"/>
          </a:p>
        </p:txBody>
      </p:sp>
      <p:sp>
        <p:nvSpPr>
          <p:cNvPr id="23" name="Text 21">
            <a:extLst xmlns:a="http://schemas.openxmlformats.org/drawingml/2006/main">
              <a:ext uri="{FF2B5EF4-FFF2-40B4-BE49-F238E27FC236}">
                <a16:creationId xmlns:a16="http://schemas.microsoft.com/office/drawing/2014/main" id="{EA5BDDD1-8368-4D71-9260-D9EDAE90B0DB}"/>
              </a:ext>
            </a:extLst>
          </p:cNvPr>
          <p:cNvSpPr>
            <a:spLocks xmlns:a="http://schemas.openxmlformats.org/drawingml/2006/main" noGrp="1"/>
          </p:cNvSpPr>
          <p:nvPr/>
        </p:nvSpPr>
        <p:spPr>
          <a:xfrm xmlns:a="http://schemas.openxmlformats.org/drawingml/2006/main">
            <a:off x="6199632" y="3017520"/>
            <a:ext cx="22677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r>
              <a:rPr sz="788">
                <a:solidFill>
                  <a:srgbClr val="667085"/>
                </a:solidFill>
                <a:latin typeface="NanumGothic"/>
                <a:ea typeface="NanumGothic"/>
                <a:cs typeface="NanumGothic"/>
              </a:rPr>
              <a:t>수송력·시설·운임·D2D 비용과 담당자 답변이 흩어져 실행 가능한 대안을 비교하기 어렵습니다.</a:t>
            </a:r>
            <a:endParaRPr sz="920"/>
          </a:p>
        </p:txBody>
      </p:sp>
      <p:sp>
        <p:nvSpPr>
          <p:cNvPr id="24" name="Text 22">
            <a:extLst xmlns:a="http://schemas.openxmlformats.org/drawingml/2006/main">
              <a:ext uri="{FF2B5EF4-FFF2-40B4-BE49-F238E27FC236}">
                <a16:creationId xmlns:a16="http://schemas.microsoft.com/office/drawing/2014/main" id="{61174121-FE5E-4122-AEFF-A2BAB470CF73}"/>
              </a:ext>
            </a:extLst>
          </p:cNvPr>
          <p:cNvSpPr>
            <a:spLocks xmlns:a="http://schemas.openxmlformats.org/drawingml/2006/main" noGrp="1"/>
          </p:cNvSpPr>
          <p:nvPr/>
        </p:nvSpPr>
        <p:spPr>
          <a:xfrm xmlns:a="http://schemas.openxmlformats.org/drawingml/2006/main">
            <a:off x="566928" y="3950208"/>
            <a:ext cx="19202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b="1">
                <a:solidFill>
                  <a:srgbClr val="0B1F3A"/>
                </a:solidFill>
                <a:latin typeface="NanumGothic"/>
                <a:ea typeface="NanumGothic"/>
                <a:cs typeface="NanumGothic"/>
              </a:rPr>
              <a:t>현재 문의 흐름</a:t>
            </a:r>
            <a:endParaRPr sz="1050"/>
          </a:p>
        </p:txBody>
      </p:sp>
      <p:sp>
        <p:nvSpPr>
          <p:cNvPr id="25" name="Shape 23">
            <a:extLst xmlns:a="http://schemas.openxmlformats.org/drawingml/2006/main">
              <a:ext uri="{FF2B5EF4-FFF2-40B4-BE49-F238E27FC236}">
                <a16:creationId xmlns:a16="http://schemas.microsoft.com/office/drawing/2014/main" id="{0231885F-9069-4BA0-A39A-B43B99DA5B5B}"/>
              </a:ext>
            </a:extLst>
          </p:cNvPr>
          <p:cNvSpPr>
            <a:spLocks xmlns:a="http://schemas.openxmlformats.org/drawingml/2006/main" noGrp="1"/>
          </p:cNvSpPr>
          <p:nvPr/>
        </p:nvSpPr>
        <p:spPr>
          <a:xfrm xmlns:a="http://schemas.openxmlformats.org/drawingml/2006/main">
            <a:off x="566928" y="4315968"/>
            <a:ext cx="530352" cy="530352"/>
          </a:xfrm>
          <a:prstGeom xmlns:a="http://schemas.openxmlformats.org/drawingml/2006/main" prst="ellipse">
            <a:avLst/>
          </a:prstGeom>
          <a:solidFill xmlns:a="http://schemas.openxmlformats.org/drawingml/2006/main">
            <a:srgbClr val="EAF2FF"/>
          </a:solidFill>
          <a:ln xmlns:a="http://schemas.openxmlformats.org/drawingml/2006/main" w="11430">
            <a:solidFill>
              <a:srgbClr val="1769F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B72D8884-BAB0-4644-B20A-D1CF7FED9060}"/>
              </a:ext>
            </a:extLst>
          </p:cNvPr>
          <p:cNvSpPr>
            <a:spLocks xmlns:a="http://schemas.openxmlformats.org/drawingml/2006/main" noGrp="1"/>
          </p:cNvSpPr>
          <p:nvPr/>
        </p:nvSpPr>
        <p:spPr>
          <a:xfrm xmlns:a="http://schemas.openxmlformats.org/drawingml/2006/main">
            <a:off x="566928" y="4407408"/>
            <a:ext cx="53035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00" b="1">
                <a:solidFill>
                  <a:srgbClr val="0F5AC7"/>
                </a:solidFill>
                <a:latin typeface="NanumGothic"/>
                <a:ea typeface="NanumGothic"/>
                <a:cs typeface="NanumGothic"/>
              </a:rPr>
              <a:t>1</a:t>
            </a:r>
            <a:endParaRPr sz="1200"/>
          </a:p>
        </p:txBody>
      </p:sp>
      <p:sp>
        <p:nvSpPr>
          <p:cNvPr id="27" name="Text 25">
            <a:extLst xmlns:a="http://schemas.openxmlformats.org/drawingml/2006/main">
              <a:ext uri="{FF2B5EF4-FFF2-40B4-BE49-F238E27FC236}">
                <a16:creationId xmlns:a16="http://schemas.microsoft.com/office/drawing/2014/main" id="{CCBE9EBF-3643-4E5F-B250-A2FE8E761C9A}"/>
              </a:ext>
            </a:extLst>
          </p:cNvPr>
          <p:cNvSpPr>
            <a:spLocks xmlns:a="http://schemas.openxmlformats.org/drawingml/2006/main" noGrp="1"/>
          </p:cNvSpPr>
          <p:nvPr/>
        </p:nvSpPr>
        <p:spPr>
          <a:xfrm xmlns:a="http://schemas.openxmlformats.org/drawingml/2006/main">
            <a:off x="566928" y="4645152"/>
            <a:ext cx="530352"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510">
                <a:solidFill>
                  <a:srgbClr val="667085"/>
                </a:solidFill>
                <a:latin typeface="NanumGothic"/>
                <a:ea typeface="NanumGothic"/>
                <a:cs typeface="NanumGothic"/>
              </a:rPr>
              <a:t>도로 기준</a:t>
            </a:r>
            <a:endParaRPr sz="670"/>
          </a:p>
        </p:txBody>
      </p:sp>
      <p:sp>
        <p:nvSpPr>
          <p:cNvPr id="28" name="Text 26">
            <a:extLst xmlns:a="http://schemas.openxmlformats.org/drawingml/2006/main">
              <a:ext uri="{FF2B5EF4-FFF2-40B4-BE49-F238E27FC236}">
                <a16:creationId xmlns:a16="http://schemas.microsoft.com/office/drawing/2014/main" id="{27EA58A1-444D-4FC7-9CB9-CE826FA07022}"/>
              </a:ext>
            </a:extLst>
          </p:cNvPr>
          <p:cNvSpPr>
            <a:spLocks xmlns:a="http://schemas.openxmlformats.org/drawingml/2006/main" noGrp="1"/>
          </p:cNvSpPr>
          <p:nvPr/>
        </p:nvSpPr>
        <p:spPr>
          <a:xfrm xmlns:a="http://schemas.openxmlformats.org/drawingml/2006/main">
            <a:off x="1143000" y="4443984"/>
            <a:ext cx="1554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00" b="1">
                <a:solidFill>
                  <a:srgbClr val="1769E8"/>
                </a:solidFill>
                <a:latin typeface="NanumGothic"/>
                <a:ea typeface="NanumGothic"/>
                <a:cs typeface="NanumGothic"/>
              </a:rPr>
              <a:t>→</a:t>
            </a:r>
            <a:endParaRPr sz="1200"/>
          </a:p>
        </p:txBody>
      </p:sp>
      <p:sp>
        <p:nvSpPr>
          <p:cNvPr id="29" name="Shape 27">
            <a:extLst xmlns:a="http://schemas.openxmlformats.org/drawingml/2006/main">
              <a:ext uri="{FF2B5EF4-FFF2-40B4-BE49-F238E27FC236}">
                <a16:creationId xmlns:a16="http://schemas.microsoft.com/office/drawing/2014/main" id="{6116AAD0-4F1C-4270-B13B-3B9BEA8BAD05}"/>
              </a:ext>
            </a:extLst>
          </p:cNvPr>
          <p:cNvSpPr>
            <a:spLocks xmlns:a="http://schemas.openxmlformats.org/drawingml/2006/main" noGrp="1"/>
          </p:cNvSpPr>
          <p:nvPr/>
        </p:nvSpPr>
        <p:spPr>
          <a:xfrm xmlns:a="http://schemas.openxmlformats.org/drawingml/2006/main">
            <a:off x="1353312" y="4315968"/>
            <a:ext cx="530352" cy="530352"/>
          </a:xfrm>
          <a:prstGeom xmlns:a="http://schemas.openxmlformats.org/drawingml/2006/main" prst="ellipse">
            <a:avLst/>
          </a:prstGeom>
          <a:solidFill xmlns:a="http://schemas.openxmlformats.org/drawingml/2006/main">
            <a:srgbClr val="D9E8FF"/>
          </a:solidFill>
          <a:ln xmlns:a="http://schemas.openxmlformats.org/drawingml/2006/main" w="11430">
            <a:solidFill>
              <a:srgbClr val="1769FF"/>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Text 28">
            <a:extLst xmlns:a="http://schemas.openxmlformats.org/drawingml/2006/main">
              <a:ext uri="{FF2B5EF4-FFF2-40B4-BE49-F238E27FC236}">
                <a16:creationId xmlns:a16="http://schemas.microsoft.com/office/drawing/2014/main" id="{95DC27AE-7A7C-44BB-81C7-38C145DC63A9}"/>
              </a:ext>
            </a:extLst>
          </p:cNvPr>
          <p:cNvSpPr>
            <a:spLocks xmlns:a="http://schemas.openxmlformats.org/drawingml/2006/main" noGrp="1"/>
          </p:cNvSpPr>
          <p:nvPr/>
        </p:nvSpPr>
        <p:spPr>
          <a:xfrm xmlns:a="http://schemas.openxmlformats.org/drawingml/2006/main">
            <a:off x="1353312" y="4407408"/>
            <a:ext cx="53035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00" b="1">
                <a:solidFill>
                  <a:srgbClr val="0F5AC7"/>
                </a:solidFill>
                <a:latin typeface="NanumGothic"/>
                <a:ea typeface="NanumGothic"/>
                <a:cs typeface="NanumGothic"/>
              </a:rPr>
              <a:t>2</a:t>
            </a:r>
            <a:endParaRPr sz="1200"/>
          </a:p>
        </p:txBody>
      </p:sp>
      <p:sp>
        <p:nvSpPr>
          <p:cNvPr id="31" name="Text 29">
            <a:extLst xmlns:a="http://schemas.openxmlformats.org/drawingml/2006/main">
              <a:ext uri="{FF2B5EF4-FFF2-40B4-BE49-F238E27FC236}">
                <a16:creationId xmlns:a16="http://schemas.microsoft.com/office/drawing/2014/main" id="{02DAA659-FD14-446E-8094-2D897D6566AB}"/>
              </a:ext>
            </a:extLst>
          </p:cNvPr>
          <p:cNvSpPr>
            <a:spLocks xmlns:a="http://schemas.openxmlformats.org/drawingml/2006/main" noGrp="1"/>
          </p:cNvSpPr>
          <p:nvPr/>
        </p:nvSpPr>
        <p:spPr>
          <a:xfrm xmlns:a="http://schemas.openxmlformats.org/drawingml/2006/main">
            <a:off x="1353312" y="4645152"/>
            <a:ext cx="530352"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510">
                <a:solidFill>
                  <a:srgbClr val="667085"/>
                </a:solidFill>
                <a:latin typeface="NanumGothic"/>
                <a:ea typeface="NanumGothic"/>
                <a:cs typeface="NanumGothic"/>
              </a:rPr>
              <a:t>철도 탐색</a:t>
            </a:r>
            <a:endParaRPr sz="670"/>
          </a:p>
        </p:txBody>
      </p:sp>
      <p:sp>
        <p:nvSpPr>
          <p:cNvPr id="32" name="Text 30">
            <a:extLst xmlns:a="http://schemas.openxmlformats.org/drawingml/2006/main">
              <a:ext uri="{FF2B5EF4-FFF2-40B4-BE49-F238E27FC236}">
                <a16:creationId xmlns:a16="http://schemas.microsoft.com/office/drawing/2014/main" id="{FFC48B0A-1AC1-4628-A128-15323DB70B93}"/>
              </a:ext>
            </a:extLst>
          </p:cNvPr>
          <p:cNvSpPr>
            <a:spLocks xmlns:a="http://schemas.openxmlformats.org/drawingml/2006/main" noGrp="1"/>
          </p:cNvSpPr>
          <p:nvPr/>
        </p:nvSpPr>
        <p:spPr>
          <a:xfrm xmlns:a="http://schemas.openxmlformats.org/drawingml/2006/main">
            <a:off x="1929384" y="4443984"/>
            <a:ext cx="1554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00" b="1">
                <a:solidFill>
                  <a:srgbClr val="1769E8"/>
                </a:solidFill>
                <a:latin typeface="NanumGothic"/>
                <a:ea typeface="NanumGothic"/>
                <a:cs typeface="NanumGothic"/>
              </a:rPr>
              <a:t>→</a:t>
            </a:r>
            <a:endParaRPr sz="1200"/>
          </a:p>
        </p:txBody>
      </p:sp>
      <p:sp>
        <p:nvSpPr>
          <p:cNvPr id="33" name="Shape 31">
            <a:extLst xmlns:a="http://schemas.openxmlformats.org/drawingml/2006/main">
              <a:ext uri="{FF2B5EF4-FFF2-40B4-BE49-F238E27FC236}">
                <a16:creationId xmlns:a16="http://schemas.microsoft.com/office/drawing/2014/main" id="{5913E115-33C6-46BF-B0D8-B2C67D0C99CE}"/>
              </a:ext>
            </a:extLst>
          </p:cNvPr>
          <p:cNvSpPr>
            <a:spLocks xmlns:a="http://schemas.openxmlformats.org/drawingml/2006/main" noGrp="1"/>
          </p:cNvSpPr>
          <p:nvPr/>
        </p:nvSpPr>
        <p:spPr>
          <a:xfrm xmlns:a="http://schemas.openxmlformats.org/drawingml/2006/main">
            <a:off x="2139696" y="4315968"/>
            <a:ext cx="530352" cy="530352"/>
          </a:xfrm>
          <a:prstGeom xmlns:a="http://schemas.openxmlformats.org/drawingml/2006/main" prst="ellipse">
            <a:avLst/>
          </a:prstGeom>
          <a:solidFill xmlns:a="http://schemas.openxmlformats.org/drawingml/2006/main">
            <a:srgbClr val="EAF2FF"/>
          </a:solidFill>
          <a:ln xmlns:a="http://schemas.openxmlformats.org/drawingml/2006/main" w="11430">
            <a:solidFill>
              <a:srgbClr val="1769FF"/>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Text 32">
            <a:extLst xmlns:a="http://schemas.openxmlformats.org/drawingml/2006/main">
              <a:ext uri="{FF2B5EF4-FFF2-40B4-BE49-F238E27FC236}">
                <a16:creationId xmlns:a16="http://schemas.microsoft.com/office/drawing/2014/main" id="{7B7B82B5-9094-4CF1-9B2E-08255933E186}"/>
              </a:ext>
            </a:extLst>
          </p:cNvPr>
          <p:cNvSpPr>
            <a:spLocks xmlns:a="http://schemas.openxmlformats.org/drawingml/2006/main" noGrp="1"/>
          </p:cNvSpPr>
          <p:nvPr/>
        </p:nvSpPr>
        <p:spPr>
          <a:xfrm xmlns:a="http://schemas.openxmlformats.org/drawingml/2006/main">
            <a:off x="2139696" y="4407408"/>
            <a:ext cx="53035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00" b="1">
                <a:solidFill>
                  <a:srgbClr val="0F5AC7"/>
                </a:solidFill>
                <a:latin typeface="NanumGothic"/>
                <a:ea typeface="NanumGothic"/>
                <a:cs typeface="NanumGothic"/>
              </a:rPr>
              <a:t>3</a:t>
            </a:r>
            <a:endParaRPr sz="1200"/>
          </a:p>
        </p:txBody>
      </p:sp>
      <p:sp>
        <p:nvSpPr>
          <p:cNvPr id="35" name="Text 33">
            <a:extLst xmlns:a="http://schemas.openxmlformats.org/drawingml/2006/main">
              <a:ext uri="{FF2B5EF4-FFF2-40B4-BE49-F238E27FC236}">
                <a16:creationId xmlns:a16="http://schemas.microsoft.com/office/drawing/2014/main" id="{0B8CD6AD-037E-4026-8E7D-15F55124ECA3}"/>
              </a:ext>
            </a:extLst>
          </p:cNvPr>
          <p:cNvSpPr>
            <a:spLocks xmlns:a="http://schemas.openxmlformats.org/drawingml/2006/main" noGrp="1"/>
          </p:cNvSpPr>
          <p:nvPr/>
        </p:nvSpPr>
        <p:spPr>
          <a:xfrm xmlns:a="http://schemas.openxmlformats.org/drawingml/2006/main">
            <a:off x="2139696" y="4645152"/>
            <a:ext cx="530352"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510">
                <a:solidFill>
                  <a:srgbClr val="667085"/>
                </a:solidFill>
                <a:latin typeface="NanumGothic"/>
                <a:ea typeface="NanumGothic"/>
                <a:cs typeface="NanumGothic"/>
              </a:rPr>
              <a:t>문의 접수</a:t>
            </a:r>
            <a:endParaRPr sz="670"/>
          </a:p>
        </p:txBody>
      </p:sp>
      <p:sp>
        <p:nvSpPr>
          <p:cNvPr id="36" name="Text 34">
            <a:extLst xmlns:a="http://schemas.openxmlformats.org/drawingml/2006/main">
              <a:ext uri="{FF2B5EF4-FFF2-40B4-BE49-F238E27FC236}">
                <a16:creationId xmlns:a16="http://schemas.microsoft.com/office/drawing/2014/main" id="{6AB052E5-75E0-4F1D-A9F6-6810FD238467}"/>
              </a:ext>
            </a:extLst>
          </p:cNvPr>
          <p:cNvSpPr>
            <a:spLocks xmlns:a="http://schemas.openxmlformats.org/drawingml/2006/main" noGrp="1"/>
          </p:cNvSpPr>
          <p:nvPr/>
        </p:nvSpPr>
        <p:spPr>
          <a:xfrm xmlns:a="http://schemas.openxmlformats.org/drawingml/2006/main">
            <a:off x="2715768" y="4443984"/>
            <a:ext cx="1554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00" b="1">
                <a:solidFill>
                  <a:srgbClr val="1769E8"/>
                </a:solidFill>
                <a:latin typeface="NanumGothic"/>
                <a:ea typeface="NanumGothic"/>
                <a:cs typeface="NanumGothic"/>
              </a:rPr>
              <a:t>→</a:t>
            </a:r>
            <a:endParaRPr sz="1200"/>
          </a:p>
        </p:txBody>
      </p:sp>
      <p:sp>
        <p:nvSpPr>
          <p:cNvPr id="37" name="Shape 35">
            <a:extLst xmlns:a="http://schemas.openxmlformats.org/drawingml/2006/main">
              <a:ext uri="{FF2B5EF4-FFF2-40B4-BE49-F238E27FC236}">
                <a16:creationId xmlns:a16="http://schemas.microsoft.com/office/drawing/2014/main" id="{05E9A510-8F0C-44EA-A2AA-43290497CDCA}"/>
              </a:ext>
            </a:extLst>
          </p:cNvPr>
          <p:cNvSpPr>
            <a:spLocks xmlns:a="http://schemas.openxmlformats.org/drawingml/2006/main" noGrp="1"/>
          </p:cNvSpPr>
          <p:nvPr/>
        </p:nvSpPr>
        <p:spPr>
          <a:xfrm xmlns:a="http://schemas.openxmlformats.org/drawingml/2006/main">
            <a:off x="2926080" y="4315968"/>
            <a:ext cx="530352" cy="530352"/>
          </a:xfrm>
          <a:prstGeom xmlns:a="http://schemas.openxmlformats.org/drawingml/2006/main" prst="ellipse">
            <a:avLst/>
          </a:prstGeom>
          <a:solidFill xmlns:a="http://schemas.openxmlformats.org/drawingml/2006/main">
            <a:srgbClr val="D9E8FF"/>
          </a:solidFill>
          <a:ln xmlns:a="http://schemas.openxmlformats.org/drawingml/2006/main" w="11430">
            <a:solidFill>
              <a:srgbClr val="1769FF"/>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Text 36">
            <a:extLst xmlns:a="http://schemas.openxmlformats.org/drawingml/2006/main">
              <a:ext uri="{FF2B5EF4-FFF2-40B4-BE49-F238E27FC236}">
                <a16:creationId xmlns:a16="http://schemas.microsoft.com/office/drawing/2014/main" id="{182A798F-8D5D-4FA3-A897-75E09AF038D5}"/>
              </a:ext>
            </a:extLst>
          </p:cNvPr>
          <p:cNvSpPr>
            <a:spLocks xmlns:a="http://schemas.openxmlformats.org/drawingml/2006/main" noGrp="1"/>
          </p:cNvSpPr>
          <p:nvPr/>
        </p:nvSpPr>
        <p:spPr>
          <a:xfrm xmlns:a="http://schemas.openxmlformats.org/drawingml/2006/main">
            <a:off x="2926080" y="4407408"/>
            <a:ext cx="53035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00" b="1">
                <a:solidFill>
                  <a:srgbClr val="0F5AC7"/>
                </a:solidFill>
                <a:latin typeface="NanumGothic"/>
                <a:ea typeface="NanumGothic"/>
                <a:cs typeface="NanumGothic"/>
              </a:rPr>
              <a:t>4</a:t>
            </a:r>
            <a:endParaRPr sz="1200"/>
          </a:p>
        </p:txBody>
      </p:sp>
      <p:sp>
        <p:nvSpPr>
          <p:cNvPr id="39" name="Text 37">
            <a:extLst xmlns:a="http://schemas.openxmlformats.org/drawingml/2006/main">
              <a:ext uri="{FF2B5EF4-FFF2-40B4-BE49-F238E27FC236}">
                <a16:creationId xmlns:a16="http://schemas.microsoft.com/office/drawing/2014/main" id="{CCE426BC-BB34-462C-91D9-1EEF4F0F76FF}"/>
              </a:ext>
            </a:extLst>
          </p:cNvPr>
          <p:cNvSpPr>
            <a:spLocks xmlns:a="http://schemas.openxmlformats.org/drawingml/2006/main" noGrp="1"/>
          </p:cNvSpPr>
          <p:nvPr/>
        </p:nvSpPr>
        <p:spPr>
          <a:xfrm xmlns:a="http://schemas.openxmlformats.org/drawingml/2006/main">
            <a:off x="2926080" y="4645152"/>
            <a:ext cx="530352"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510">
                <a:solidFill>
                  <a:srgbClr val="667085"/>
                </a:solidFill>
                <a:latin typeface="NanumGothic"/>
                <a:ea typeface="NanumGothic"/>
                <a:cs typeface="NanumGothic"/>
              </a:rPr>
              <a:t>조건 불일치</a:t>
            </a:r>
            <a:endParaRPr sz="670"/>
          </a:p>
        </p:txBody>
      </p:sp>
      <p:sp>
        <p:nvSpPr>
          <p:cNvPr id="40" name="Text 38">
            <a:extLst xmlns:a="http://schemas.openxmlformats.org/drawingml/2006/main">
              <a:ext uri="{FF2B5EF4-FFF2-40B4-BE49-F238E27FC236}">
                <a16:creationId xmlns:a16="http://schemas.microsoft.com/office/drawing/2014/main" id="{8952644C-652E-4C44-9CC7-D2F97027D2E9}"/>
              </a:ext>
            </a:extLst>
          </p:cNvPr>
          <p:cNvSpPr>
            <a:spLocks xmlns:a="http://schemas.openxmlformats.org/drawingml/2006/main" noGrp="1"/>
          </p:cNvSpPr>
          <p:nvPr/>
        </p:nvSpPr>
        <p:spPr>
          <a:xfrm xmlns:a="http://schemas.openxmlformats.org/drawingml/2006/main">
            <a:off x="3502152" y="4443984"/>
            <a:ext cx="1554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00" b="1">
                <a:solidFill>
                  <a:srgbClr val="1769E8"/>
                </a:solidFill>
                <a:latin typeface="NanumGothic"/>
                <a:ea typeface="NanumGothic"/>
                <a:cs typeface="NanumGothic"/>
              </a:rPr>
              <a:t>→</a:t>
            </a:r>
            <a:endParaRPr sz="1200"/>
          </a:p>
        </p:txBody>
      </p:sp>
      <p:sp>
        <p:nvSpPr>
          <p:cNvPr id="41" name="Shape 39">
            <a:extLst xmlns:a="http://schemas.openxmlformats.org/drawingml/2006/main">
              <a:ext uri="{FF2B5EF4-FFF2-40B4-BE49-F238E27FC236}">
                <a16:creationId xmlns:a16="http://schemas.microsoft.com/office/drawing/2014/main" id="{9EB32C52-6D57-408C-A3C6-D9DFC9394B79}"/>
              </a:ext>
            </a:extLst>
          </p:cNvPr>
          <p:cNvSpPr>
            <a:spLocks xmlns:a="http://schemas.openxmlformats.org/drawingml/2006/main" noGrp="1"/>
          </p:cNvSpPr>
          <p:nvPr/>
        </p:nvSpPr>
        <p:spPr>
          <a:xfrm xmlns:a="http://schemas.openxmlformats.org/drawingml/2006/main">
            <a:off x="3712464" y="4315968"/>
            <a:ext cx="530352" cy="530352"/>
          </a:xfrm>
          <a:prstGeom xmlns:a="http://schemas.openxmlformats.org/drawingml/2006/main" prst="ellipse">
            <a:avLst/>
          </a:prstGeom>
          <a:solidFill xmlns:a="http://schemas.openxmlformats.org/drawingml/2006/main">
            <a:srgbClr val="EAF2FF"/>
          </a:solidFill>
          <a:ln xmlns:a="http://schemas.openxmlformats.org/drawingml/2006/main" w="11430">
            <a:solidFill>
              <a:srgbClr val="1769FF"/>
            </a:solidFill>
            <a:prstDash val="solid"/>
          </a:ln>
        </p:spPr>
        <p:txBody>
          <a:bodyPr xmlns:a="http://schemas.openxmlformats.org/drawingml/2006/main"/>
          <a:lstStyle xmlns:a="http://schemas.openxmlformats.org/drawingml/2006/main"/>
          <a:p xmlns:a="http://schemas.openxmlformats.org/drawingml/2006/main">
            <a:endParaRPr/>
          </a:p>
        </p:txBody>
      </p:sp>
      <p:sp>
        <p:nvSpPr>
          <p:cNvPr id="42" name="Text 40">
            <a:extLst xmlns:a="http://schemas.openxmlformats.org/drawingml/2006/main">
              <a:ext uri="{FF2B5EF4-FFF2-40B4-BE49-F238E27FC236}">
                <a16:creationId xmlns:a16="http://schemas.microsoft.com/office/drawing/2014/main" id="{06C6D694-3E19-4F62-B3F2-D92244575374}"/>
              </a:ext>
            </a:extLst>
          </p:cNvPr>
          <p:cNvSpPr>
            <a:spLocks xmlns:a="http://schemas.openxmlformats.org/drawingml/2006/main" noGrp="1"/>
          </p:cNvSpPr>
          <p:nvPr/>
        </p:nvSpPr>
        <p:spPr>
          <a:xfrm xmlns:a="http://schemas.openxmlformats.org/drawingml/2006/main">
            <a:off x="3712464" y="4407408"/>
            <a:ext cx="53035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00" b="1">
                <a:solidFill>
                  <a:srgbClr val="0F5AC7"/>
                </a:solidFill>
                <a:latin typeface="NanumGothic"/>
                <a:ea typeface="NanumGothic"/>
                <a:cs typeface="NanumGothic"/>
              </a:rPr>
              <a:t>5</a:t>
            </a:r>
            <a:endParaRPr sz="1200"/>
          </a:p>
        </p:txBody>
      </p:sp>
      <p:sp>
        <p:nvSpPr>
          <p:cNvPr id="43" name="Text 41">
            <a:extLst xmlns:a="http://schemas.openxmlformats.org/drawingml/2006/main">
              <a:ext uri="{FF2B5EF4-FFF2-40B4-BE49-F238E27FC236}">
                <a16:creationId xmlns:a16="http://schemas.microsoft.com/office/drawing/2014/main" id="{6120AE93-B562-47AF-80F1-DDD5A88ECD31}"/>
              </a:ext>
            </a:extLst>
          </p:cNvPr>
          <p:cNvSpPr>
            <a:spLocks xmlns:a="http://schemas.openxmlformats.org/drawingml/2006/main" noGrp="1"/>
          </p:cNvSpPr>
          <p:nvPr/>
        </p:nvSpPr>
        <p:spPr>
          <a:xfrm xmlns:a="http://schemas.openxmlformats.org/drawingml/2006/main">
            <a:off x="3712464" y="4645152"/>
            <a:ext cx="530352"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510">
                <a:solidFill>
                  <a:srgbClr val="667085"/>
                </a:solidFill>
                <a:latin typeface="NanumGothic"/>
                <a:ea typeface="NanumGothic"/>
                <a:cs typeface="NanumGothic"/>
              </a:rPr>
              <a:t>운송 불가</a:t>
            </a:r>
            <a:endParaRPr sz="670"/>
          </a:p>
        </p:txBody>
      </p:sp>
      <p:sp>
        <p:nvSpPr>
          <p:cNvPr id="44" name="Shape 42">
            <a:extLst xmlns:a="http://schemas.openxmlformats.org/drawingml/2006/main">
              <a:ext uri="{FF2B5EF4-FFF2-40B4-BE49-F238E27FC236}">
                <a16:creationId xmlns:a16="http://schemas.microsoft.com/office/drawing/2014/main" id="{9872A2C7-C47D-4B2B-ADAB-A0CA2FF7591E}"/>
              </a:ext>
            </a:extLst>
          </p:cNvPr>
          <p:cNvSpPr>
            <a:spLocks xmlns:a="http://schemas.openxmlformats.org/drawingml/2006/main" noGrp="1"/>
          </p:cNvSpPr>
          <p:nvPr/>
        </p:nvSpPr>
        <p:spPr>
          <a:xfrm xmlns:a="http://schemas.openxmlformats.org/drawingml/2006/main">
            <a:off x="4608576" y="4562856"/>
            <a:ext cx="685800" cy="0"/>
          </a:xfrm>
          <a:prstGeom xmlns:a="http://schemas.openxmlformats.org/drawingml/2006/main" prst="line">
            <a:avLst/>
          </a:prstGeom>
          <a:noFill xmlns:a="http://schemas.openxmlformats.org/drawingml/2006/main"/>
          <a:ln xmlns:a="http://schemas.openxmlformats.org/drawingml/2006/main" w="25400">
            <a:solidFill>
              <a:srgbClr val="1769FF"/>
            </a:solidFill>
            <a:prstDash val="solid"/>
            <a:tailEnd type="triangle"/>
          </a:ln>
        </p:spPr>
        <p:txBody>
          <a:bodyPr xmlns:a="http://schemas.openxmlformats.org/drawingml/2006/main"/>
          <a:lstStyle xmlns:a="http://schemas.openxmlformats.org/drawingml/2006/main"/>
          <a:p xmlns:a="http://schemas.openxmlformats.org/drawingml/2006/main">
            <a:endParaRPr/>
          </a:p>
        </p:txBody>
      </p:sp>
      <p:sp>
        <p:nvSpPr>
          <p:cNvPr id="45" name="Shape 43">
            <a:extLst xmlns:a="http://schemas.openxmlformats.org/drawingml/2006/main">
              <a:ext uri="{FF2B5EF4-FFF2-40B4-BE49-F238E27FC236}">
                <a16:creationId xmlns:a16="http://schemas.microsoft.com/office/drawing/2014/main" id="{E48BC0B2-D406-474F-8554-93F922500BAD}"/>
              </a:ext>
            </a:extLst>
          </p:cNvPr>
          <p:cNvSpPr>
            <a:spLocks xmlns:a="http://schemas.openxmlformats.org/drawingml/2006/main" noGrp="1"/>
          </p:cNvSpPr>
          <p:nvPr/>
        </p:nvSpPr>
        <p:spPr>
          <a:xfrm xmlns:a="http://schemas.openxmlformats.org/drawingml/2006/main">
            <a:off x="5440680" y="4151376"/>
            <a:ext cx="3182112" cy="932688"/>
          </a:xfrm>
          <a:prstGeom xmlns:a="http://schemas.openxmlformats.org/drawingml/2006/main" prst="roundRect">
            <a:avLst>
              <a:gd name="adj" fmla="val 7843"/>
            </a:avLst>
          </a:prstGeom>
          <a:solidFill xmlns:a="http://schemas.openxmlformats.org/drawingml/2006/main">
            <a:srgbClr val="E8F8F1"/>
          </a:solidFill>
          <a:ln xmlns:a="http://schemas.openxmlformats.org/drawingml/2006/main" w="17780">
            <a:solidFill>
              <a:srgbClr val="39D98A"/>
            </a:solidFill>
            <a:prstDash val="solid"/>
          </a:ln>
        </p:spPr>
        <p:txBody>
          <a:bodyPr xmlns:a="http://schemas.openxmlformats.org/drawingml/2006/main"/>
          <a:lstStyle xmlns:a="http://schemas.openxmlformats.org/drawingml/2006/main"/>
          <a:p xmlns:a="http://schemas.openxmlformats.org/drawingml/2006/main">
            <a:endParaRPr/>
          </a:p>
        </p:txBody>
      </p:sp>
      <p:sp>
        <p:nvSpPr>
          <p:cNvPr id="46" name="Text 44">
            <a:extLst xmlns:a="http://schemas.openxmlformats.org/drawingml/2006/main">
              <a:ext uri="{FF2B5EF4-FFF2-40B4-BE49-F238E27FC236}">
                <a16:creationId xmlns:a16="http://schemas.microsoft.com/office/drawing/2014/main" id="{1574E76D-EDA8-41C4-BAC7-1E93329DEBCC}"/>
              </a:ext>
            </a:extLst>
          </p:cNvPr>
          <p:cNvSpPr>
            <a:spLocks xmlns:a="http://schemas.openxmlformats.org/drawingml/2006/main" noGrp="1"/>
          </p:cNvSpPr>
          <p:nvPr/>
        </p:nvSpPr>
        <p:spPr>
          <a:xfrm xmlns:a="http://schemas.openxmlformats.org/drawingml/2006/main">
            <a:off x="5650992" y="4279392"/>
            <a:ext cx="1051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50" b="1">
                <a:solidFill>
                  <a:srgbClr val="0A7C50"/>
                </a:solidFill>
                <a:latin typeface="NanumGothic"/>
                <a:ea typeface="NanumGothic"/>
                <a:cs typeface="NanumGothic"/>
              </a:rPr>
              <a:t>전환 포기</a:t>
            </a:r>
            <a:endParaRPr sz="2100"/>
          </a:p>
        </p:txBody>
      </p:sp>
      <p:sp>
        <p:nvSpPr>
          <p:cNvPr id="47" name="Text 45">
            <a:extLst xmlns:a="http://schemas.openxmlformats.org/drawingml/2006/main">
              <a:ext uri="{FF2B5EF4-FFF2-40B4-BE49-F238E27FC236}">
                <a16:creationId xmlns:a16="http://schemas.microsoft.com/office/drawing/2014/main" id="{27993877-CFE5-4891-A3DB-97769BC26ADD}"/>
              </a:ext>
            </a:extLst>
          </p:cNvPr>
          <p:cNvSpPr>
            <a:spLocks xmlns:a="http://schemas.openxmlformats.org/drawingml/2006/main" noGrp="1"/>
          </p:cNvSpPr>
          <p:nvPr/>
        </p:nvSpPr>
        <p:spPr>
          <a:xfrm xmlns:a="http://schemas.openxmlformats.org/drawingml/2006/main">
            <a:off x="6739128" y="4325112"/>
            <a:ext cx="16459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825" b="1">
                <a:solidFill>
                  <a:srgbClr val="172033"/>
                </a:solidFill>
                <a:latin typeface="NanumGothic"/>
                <a:ea typeface="NanumGothic"/>
                <a:cs typeface="NanumGothic"/>
              </a:rPr>
              <a:t>가능 조건을 다시 설계할 주체가 없음</a:t>
            </a:r>
            <a:endParaRPr sz="1010"/>
          </a:p>
        </p:txBody>
      </p:sp>
      <p:sp>
        <p:nvSpPr>
          <p:cNvPr id="48" name="Text 46">
            <a:extLst xmlns:a="http://schemas.openxmlformats.org/drawingml/2006/main">
              <a:ext uri="{FF2B5EF4-FFF2-40B4-BE49-F238E27FC236}">
                <a16:creationId xmlns:a16="http://schemas.microsoft.com/office/drawing/2014/main" id="{93A6BFAA-0C9A-4F46-9C25-E5690D4D1219}"/>
              </a:ext>
            </a:extLst>
          </p:cNvPr>
          <p:cNvSpPr>
            <a:spLocks xmlns:a="http://schemas.openxmlformats.org/drawingml/2006/main" noGrp="1"/>
          </p:cNvSpPr>
          <p:nvPr/>
        </p:nvSpPr>
        <p:spPr>
          <a:xfrm xmlns:a="http://schemas.openxmlformats.org/drawingml/2006/main">
            <a:off x="5650992" y="4663440"/>
            <a:ext cx="272491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88">
                <a:solidFill>
                  <a:srgbClr val="667085"/>
                </a:solidFill>
                <a:latin typeface="NanumGothic"/>
                <a:ea typeface="NanumGothic"/>
                <a:cs typeface="NanumGothic"/>
              </a:rPr>
              <a:t>화주는 대안을 찾지 못한 채 도로 운송으로 돌아갑니다.</a:t>
            </a:r>
            <a:endParaRPr sz="820"/>
          </a:p>
        </p:txBody>
      </p:sp>
      <p:sp>
        <p:nvSpPr>
          <p:cNvPr id="49" name="Shape 47">
            <a:extLst xmlns:a="http://schemas.openxmlformats.org/drawingml/2006/main">
              <a:ext uri="{FF2B5EF4-FFF2-40B4-BE49-F238E27FC236}">
                <a16:creationId xmlns:a16="http://schemas.microsoft.com/office/drawing/2014/main" id="{29F1C5A0-6616-4B50-B693-FF8611F5FEFD}"/>
              </a:ext>
            </a:extLst>
          </p:cNvPr>
          <p:cNvSpPr>
            <a:spLocks xmlns:a="http://schemas.openxmlformats.org/drawingml/2006/main" noGrp="1"/>
          </p:cNvSpPr>
          <p:nvPr/>
        </p:nvSpPr>
        <p:spPr>
          <a:xfrm xmlns:a="http://schemas.openxmlformats.org/drawingml/2006/main">
            <a:off x="502920" y="5349240"/>
            <a:ext cx="8138160" cy="658368"/>
          </a:xfrm>
          <a:prstGeom xmlns:a="http://schemas.openxmlformats.org/drawingml/2006/main" prst="roundRect">
            <a:avLst>
              <a:gd name="adj" fmla="val 11111"/>
            </a:avLst>
          </a:prstGeom>
          <a:solidFill xmlns:a="http://schemas.openxmlformats.org/drawingml/2006/main">
            <a:srgbClr val="EEF2F8"/>
          </a:solidFill>
          <a:ln xmlns:a="http://schemas.openxmlformats.org/drawingml/2006/main" w="10160">
            <a:solidFill>
              <a:srgbClr val="EEF2F8"/>
            </a:solidFill>
            <a:prstDash val="solid"/>
          </a:ln>
        </p:spPr>
        <p:txBody>
          <a:bodyPr xmlns:a="http://schemas.openxmlformats.org/drawingml/2006/main"/>
          <a:lstStyle xmlns:a="http://schemas.openxmlformats.org/drawingml/2006/main"/>
          <a:p xmlns:a="http://schemas.openxmlformats.org/drawingml/2006/main">
            <a:endParaRPr/>
          </a:p>
        </p:txBody>
      </p:sp>
      <p:sp>
        <p:nvSpPr>
          <p:cNvPr id="50" name="Text 48">
            <a:extLst xmlns:a="http://schemas.openxmlformats.org/drawingml/2006/main">
              <a:ext uri="{FF2B5EF4-FFF2-40B4-BE49-F238E27FC236}">
                <a16:creationId xmlns:a16="http://schemas.microsoft.com/office/drawing/2014/main" id="{6BA73547-6336-4D59-A1B0-BE61E9EC0A3A}"/>
              </a:ext>
            </a:extLst>
          </p:cNvPr>
          <p:cNvSpPr>
            <a:spLocks xmlns:a="http://schemas.openxmlformats.org/drawingml/2006/main" noGrp="1"/>
          </p:cNvSpPr>
          <p:nvPr/>
        </p:nvSpPr>
        <p:spPr>
          <a:xfrm xmlns:a="http://schemas.openxmlformats.org/drawingml/2006/main">
            <a:off x="713232" y="5532120"/>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50" b="1">
                <a:solidFill>
                  <a:srgbClr val="0F5AC7"/>
                </a:solidFill>
                <a:latin typeface="NanumGothic"/>
                <a:ea typeface="NanumGothic"/>
                <a:cs typeface="NanumGothic"/>
              </a:rPr>
              <a:t>문제의 본질</a:t>
            </a:r>
            <a:endParaRPr sz="900"/>
          </a:p>
        </p:txBody>
      </p:sp>
      <p:sp>
        <p:nvSpPr>
          <p:cNvPr id="51" name="Text 49">
            <a:extLst xmlns:a="http://schemas.openxmlformats.org/drawingml/2006/main">
              <a:ext uri="{FF2B5EF4-FFF2-40B4-BE49-F238E27FC236}">
                <a16:creationId xmlns:a16="http://schemas.microsoft.com/office/drawing/2014/main" id="{25F71683-92FD-4E80-BD60-9DE31E7483B5}"/>
              </a:ext>
            </a:extLst>
          </p:cNvPr>
          <p:cNvSpPr>
            <a:spLocks xmlns:a="http://schemas.openxmlformats.org/drawingml/2006/main" noGrp="1"/>
          </p:cNvSpPr>
          <p:nvPr/>
        </p:nvSpPr>
        <p:spPr>
          <a:xfrm xmlns:a="http://schemas.openxmlformats.org/drawingml/2006/main">
            <a:off x="1517904" y="5504688"/>
            <a:ext cx="6812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75" b="1">
                <a:solidFill>
                  <a:srgbClr val="0B1F3A"/>
                </a:solidFill>
                <a:latin typeface="NanumGothic"/>
                <a:ea typeface="NanumGothic"/>
                <a:cs typeface="NanumGothic"/>
              </a:rPr>
              <a:t>화주가 철도에 맞추는 구조에서는 “불가”가 곧 이탈이 됩니다.</a:t>
            </a:r>
            <a:endParaRPr sz="1020"/>
          </a:p>
        </p:txBody>
      </p:sp>
      <p:sp>
        <p:nvSpPr>
          <p:cNvPr id="52" name="Shape 50">
            <a:extLst xmlns:a="http://schemas.openxmlformats.org/drawingml/2006/main">
              <a:ext uri="{FF2B5EF4-FFF2-40B4-BE49-F238E27FC236}">
                <a16:creationId xmlns:a16="http://schemas.microsoft.com/office/drawing/2014/main" id="{827DF8A8-CDA9-4AFF-AB0D-A14C3ECA3CE7}"/>
              </a:ext>
            </a:extLst>
          </p:cNvPr>
          <p:cNvSpPr>
            <a:spLocks xmlns:a="http://schemas.openxmlformats.org/drawingml/2006/main" noGrp="1"/>
          </p:cNvSpPr>
          <p:nvPr/>
        </p:nvSpPr>
        <p:spPr>
          <a:xfrm xmlns:a="http://schemas.openxmlformats.org/drawingml/2006/main">
            <a:off x="475488" y="6437376"/>
            <a:ext cx="8193024" cy="0"/>
          </a:xfrm>
          <a:prstGeom xmlns:a="http://schemas.openxmlformats.org/drawingml/2006/main" prst="line">
            <a:avLst/>
          </a:prstGeom>
          <a:noFill xmlns:a="http://schemas.openxmlformats.org/drawingml/2006/main"/>
          <a:ln xmlns:a="http://schemas.openxmlformats.org/drawingml/2006/main" w="8890">
            <a:solidFill>
              <a:srgbClr val="D7DFEA"/>
            </a:solidFill>
            <a:prstDash val="solid"/>
          </a:ln>
        </p:spPr>
        <p:txBody>
          <a:bodyPr xmlns:a="http://schemas.openxmlformats.org/drawingml/2006/main"/>
          <a:lstStyle xmlns:a="http://schemas.openxmlformats.org/drawingml/2006/main"/>
          <a:p xmlns:a="http://schemas.openxmlformats.org/drawingml/2006/main">
            <a:endParaRPr/>
          </a:p>
        </p:txBody>
      </p:sp>
      <p:sp>
        <p:nvSpPr>
          <p:cNvPr id="53" name="Text 51">
            <a:extLst xmlns:a="http://schemas.openxmlformats.org/drawingml/2006/main">
              <a:ext uri="{FF2B5EF4-FFF2-40B4-BE49-F238E27FC236}">
                <a16:creationId xmlns:a16="http://schemas.microsoft.com/office/drawing/2014/main" id="{740CF42E-5D00-4363-92EC-1020842DA5B3}"/>
              </a:ext>
            </a:extLst>
          </p:cNvPr>
          <p:cNvSpPr>
            <a:spLocks xmlns:a="http://schemas.openxmlformats.org/drawingml/2006/main" noGrp="1"/>
          </p:cNvSpPr>
          <p:nvPr/>
        </p:nvSpPr>
        <p:spPr>
          <a:xfrm xmlns:a="http://schemas.openxmlformats.org/drawingml/2006/main">
            <a:off x="475488" y="6492240"/>
            <a:ext cx="388620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50">
                <a:solidFill>
                  <a:srgbClr val="667085"/>
                </a:solidFill>
                <a:latin typeface="NanumGothic"/>
                <a:ea typeface="NanumGothic"/>
                <a:cs typeface="NanumGothic"/>
              </a:rPr>
              <a:t>MOVE AI CHALLENGE 2026 · 레일물류 AI</a:t>
            </a:r>
            <a:endParaRPr sz="750"/>
          </a:p>
        </p:txBody>
      </p:sp>
      <p:sp>
        <p:nvSpPr>
          <p:cNvPr id="54" name="Text 52">
            <a:extLst xmlns:a="http://schemas.openxmlformats.org/drawingml/2006/main">
              <a:ext uri="{FF2B5EF4-FFF2-40B4-BE49-F238E27FC236}">
                <a16:creationId xmlns:a16="http://schemas.microsoft.com/office/drawing/2014/main" id="{573438B7-A807-4522-8346-9FB9F7431FF2}"/>
              </a:ext>
            </a:extLst>
          </p:cNvPr>
          <p:cNvSpPr>
            <a:spLocks xmlns:a="http://schemas.openxmlformats.org/drawingml/2006/main" noGrp="1"/>
          </p:cNvSpPr>
          <p:nvPr/>
        </p:nvSpPr>
        <p:spPr>
          <a:xfrm xmlns:a="http://schemas.openxmlformats.org/drawingml/2006/main">
            <a:off x="8229600" y="6492240"/>
            <a:ext cx="4114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750" b="1">
                <a:solidFill>
                  <a:srgbClr val="667085"/>
                </a:solidFill>
                <a:latin typeface="NanumGothic"/>
                <a:ea typeface="NanumGothic"/>
                <a:cs typeface="NanumGothic"/>
              </a:rPr>
              <a:t>04</a:t>
            </a:r>
            <a:endParaRPr sz="750"/>
          </a:p>
        </p:txBody>
      </p:sp>
    </p:spTree>
    <p:extLst>
      <p:ext uri="{BB962C8B-B14F-4D97-AF65-F5344CB8AC3E}">
        <p14:creationId xmlns:p14="http://schemas.microsoft.com/office/powerpoint/2010/main" val="142381677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1DD5EBA-52AB-47AB-8C9F-9E23F1B47D0B}"/>
              </a:ext>
            </a:extLst>
          </p:cNvPr>
          <p:cNvSpPr>
            <a:spLocks xmlns:a="http://schemas.openxmlformats.org/drawingml/2006/main" noGrp="1"/>
          </p:cNvSpPr>
          <p:nvPr/>
        </p:nvSpPr>
        <p:spPr>
          <a:xfrm xmlns:a="http://schemas.openxmlformats.org/drawingml/2006/main">
            <a:off x="475488" y="347472"/>
            <a:ext cx="502920" cy="274320"/>
          </a:xfrm>
          <a:prstGeom xmlns:a="http://schemas.openxmlformats.org/drawingml/2006/main" prst="roundRect">
            <a:avLst>
              <a:gd name="adj" fmla="val 26667"/>
            </a:avLst>
          </a:prstGeom>
          <a:solidFill xmlns:a="http://schemas.openxmlformats.org/drawingml/2006/main">
            <a:srgbClr val="0B1F3A"/>
          </a:solidFill>
          <a:ln xmlns:a="http://schemas.openxmlformats.org/drawingml/2006/main" w="12700">
            <a:solidFill>
              <a:srgbClr val="0B1F3A"/>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21016E6D-0053-42DE-80B4-0C0AC0EA387A}"/>
              </a:ext>
            </a:extLst>
          </p:cNvPr>
          <p:cNvSpPr>
            <a:spLocks xmlns:a="http://schemas.openxmlformats.org/drawingml/2006/main" noGrp="1"/>
          </p:cNvSpPr>
          <p:nvPr/>
        </p:nvSpPr>
        <p:spPr>
          <a:xfrm xmlns:a="http://schemas.openxmlformats.org/drawingml/2006/main">
            <a:off x="548640" y="356616"/>
            <a:ext cx="3566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750" b="1">
                <a:solidFill>
                  <a:srgbClr val="FFFFFF"/>
                </a:solidFill>
                <a:latin typeface="NanumGothic"/>
                <a:ea typeface="NanumGothic"/>
                <a:cs typeface="NanumGothic"/>
              </a:rPr>
              <a:t>03</a:t>
            </a:r>
            <a:endParaRPr sz="1000"/>
          </a:p>
        </p:txBody>
      </p:sp>
      <p:sp>
        <p:nvSpPr>
          <p:cNvPr id="4" name="Text 2">
            <a:extLst xmlns:a="http://schemas.openxmlformats.org/drawingml/2006/main">
              <a:ext uri="{FF2B5EF4-FFF2-40B4-BE49-F238E27FC236}">
                <a16:creationId xmlns:a16="http://schemas.microsoft.com/office/drawing/2014/main" id="{D55C7D17-5251-4C64-82D3-0A88ACE46A13}"/>
              </a:ext>
            </a:extLst>
          </p:cNvPr>
          <p:cNvSpPr>
            <a:spLocks xmlns:a="http://schemas.openxmlformats.org/drawingml/2006/main" noGrp="1"/>
          </p:cNvSpPr>
          <p:nvPr/>
        </p:nvSpPr>
        <p:spPr>
          <a:xfrm xmlns:a="http://schemas.openxmlformats.org/drawingml/2006/main">
            <a:off x="1133856" y="274320"/>
            <a:ext cx="71780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2400" b="1">
                <a:solidFill>
                  <a:srgbClr val="0B1F3A"/>
                </a:solidFill>
                <a:latin typeface="NanumGothic"/>
                <a:ea typeface="NanumGothic"/>
                <a:cs typeface="NanumGothic"/>
              </a:rPr>
              <a:t>해결책 · 레일물류 AI</a:t>
            </a:r>
            <a:endParaRPr sz="2400"/>
          </a:p>
        </p:txBody>
      </p:sp>
      <p:sp>
        <p:nvSpPr>
          <p:cNvPr id="5" name="Text 3">
            <a:extLst xmlns:a="http://schemas.openxmlformats.org/drawingml/2006/main">
              <a:ext uri="{FF2B5EF4-FFF2-40B4-BE49-F238E27FC236}">
                <a16:creationId xmlns:a16="http://schemas.microsoft.com/office/drawing/2014/main" id="{16001F3A-A69F-4021-8F90-273B18A15B55}"/>
              </a:ext>
            </a:extLst>
          </p:cNvPr>
          <p:cNvSpPr>
            <a:spLocks xmlns:a="http://schemas.openxmlformats.org/drawingml/2006/main" noGrp="1"/>
          </p:cNvSpPr>
          <p:nvPr/>
        </p:nvSpPr>
        <p:spPr>
          <a:xfrm xmlns:a="http://schemas.openxmlformats.org/drawingml/2006/main">
            <a:off x="1143000" y="740664"/>
            <a:ext cx="7360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25">
                <a:solidFill>
                  <a:srgbClr val="667085"/>
                </a:solidFill>
                <a:latin typeface="NanumGothic"/>
                <a:ea typeface="NanumGothic"/>
                <a:cs typeface="NanumGothic"/>
              </a:rPr>
              <a:t>AI가 조건을 구조화하고 대안을 만들며, 공동수송·담당자 검토·사유 학습까지 하나의 흐름으로 연결합니다.</a:t>
            </a:r>
            <a:endParaRPr sz="950"/>
          </a:p>
        </p:txBody>
      </p:sp>
      <p:sp>
        <p:nvSpPr>
          <p:cNvPr id="6" name="Shape 4">
            <a:extLst xmlns:a="http://schemas.openxmlformats.org/drawingml/2006/main">
              <a:ext uri="{FF2B5EF4-FFF2-40B4-BE49-F238E27FC236}">
                <a16:creationId xmlns:a16="http://schemas.microsoft.com/office/drawing/2014/main" id="{5221722E-6C8B-479D-ABF4-20D9A56139BE}"/>
              </a:ext>
            </a:extLst>
          </p:cNvPr>
          <p:cNvSpPr>
            <a:spLocks xmlns:a="http://schemas.openxmlformats.org/drawingml/2006/main" noGrp="1"/>
          </p:cNvSpPr>
          <p:nvPr/>
        </p:nvSpPr>
        <p:spPr>
          <a:xfrm xmlns:a="http://schemas.openxmlformats.org/drawingml/2006/main">
            <a:off x="475488" y="1078992"/>
            <a:ext cx="8193024" cy="0"/>
          </a:xfrm>
          <a:prstGeom xmlns:a="http://schemas.openxmlformats.org/drawingml/2006/main" prst="line">
            <a:avLst/>
          </a:prstGeom>
          <a:noFill xmlns:a="http://schemas.openxmlformats.org/drawingml/2006/main"/>
          <a:ln xmlns:a="http://schemas.openxmlformats.org/drawingml/2006/main" w="13970">
            <a:solidFill>
              <a:srgbClr val="D7DFEA"/>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hape 5">
            <a:extLst xmlns:a="http://schemas.openxmlformats.org/drawingml/2006/main">
              <a:ext uri="{FF2B5EF4-FFF2-40B4-BE49-F238E27FC236}">
                <a16:creationId xmlns:a16="http://schemas.microsoft.com/office/drawing/2014/main" id="{8F3875AD-083F-452A-AF3F-53ED409528A5}"/>
              </a:ext>
            </a:extLst>
          </p:cNvPr>
          <p:cNvSpPr>
            <a:spLocks xmlns:a="http://schemas.openxmlformats.org/drawingml/2006/main" noGrp="1"/>
          </p:cNvSpPr>
          <p:nvPr/>
        </p:nvSpPr>
        <p:spPr>
          <a:xfrm xmlns:a="http://schemas.openxmlformats.org/drawingml/2006/main">
            <a:off x="502920" y="1307592"/>
            <a:ext cx="5413248" cy="841248"/>
          </a:xfrm>
          <a:prstGeom xmlns:a="http://schemas.openxmlformats.org/drawingml/2006/main" prst="roundRect">
            <a:avLst>
              <a:gd name="adj" fmla="val 8696"/>
            </a:avLst>
          </a:prstGeom>
          <a:solidFill xmlns:a="http://schemas.openxmlformats.org/drawingml/2006/main">
            <a:srgbClr val="1769FF"/>
          </a:solidFill>
          <a:ln xmlns:a="http://schemas.openxmlformats.org/drawingml/2006/main" w="10160">
            <a:solidFill>
              <a:srgbClr val="1769F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09A6C702-F400-4E3A-B1E9-190AAE9FC36C}"/>
              </a:ext>
            </a:extLst>
          </p:cNvPr>
          <p:cNvSpPr>
            <a:spLocks xmlns:a="http://schemas.openxmlformats.org/drawingml/2006/main" noGrp="1"/>
          </p:cNvSpPr>
          <p:nvPr/>
        </p:nvSpPr>
        <p:spPr>
          <a:xfrm xmlns:a="http://schemas.openxmlformats.org/drawingml/2006/main">
            <a:off x="731520" y="1453896"/>
            <a:ext cx="496519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83090"/>
          </a:bodyPr>
          <a:lstStyle xmlns:a="http://schemas.openxmlformats.org/drawingml/2006/main"/>
          <a:p xmlns:a="http://schemas.openxmlformats.org/drawingml/2006/main">
            <a:pPr marL="0" indent="0">
              <a:buNone/>
            </a:pPr>
            <a:r>
              <a:rPr sz="1800" b="1">
                <a:solidFill>
                  <a:srgbClr val="FFFFFF"/>
                </a:solidFill>
                <a:latin typeface="NanumGothic"/>
                <a:ea typeface="NanumGothic"/>
                <a:cs typeface="NanumGothic"/>
              </a:rPr>
              <a:t>화주가 철도를 찾는 대신,</a:t>
            </a:r>
            <a:endParaRPr sz="1520"/>
          </a:p>
          <a:p xmlns:a="http://schemas.openxmlformats.org/drawingml/2006/main">
            <a:pPr marL="0" indent="0">
              <a:buNone/>
            </a:pPr>
            <a:r>
              <a:rPr sz="1800">
                <a:solidFill>
                  <a:srgbClr val="FFFFFF"/>
                </a:solidFill>
              </a:rPr>
              <a:t>레일물류 AI가 실행 가능한 조건·대안·근거를 먼저 제안합니다.</a:t>
            </a:r>
            <a:endParaRPr sz="1520"/>
          </a:p>
        </p:txBody>
      </p:sp>
      <p:sp>
        <p:nvSpPr>
          <p:cNvPr id="9" name="Shape 7">
            <a:extLst xmlns:a="http://schemas.openxmlformats.org/drawingml/2006/main">
              <a:ext uri="{FF2B5EF4-FFF2-40B4-BE49-F238E27FC236}">
                <a16:creationId xmlns:a16="http://schemas.microsoft.com/office/drawing/2014/main" id="{2FF7476C-2343-40C7-966E-F3F3C05A7638}"/>
              </a:ext>
            </a:extLst>
          </p:cNvPr>
          <p:cNvSpPr>
            <a:spLocks xmlns:a="http://schemas.openxmlformats.org/drawingml/2006/main" noGrp="1"/>
          </p:cNvSpPr>
          <p:nvPr/>
        </p:nvSpPr>
        <p:spPr>
          <a:xfrm xmlns:a="http://schemas.openxmlformats.org/drawingml/2006/main">
            <a:off x="502920" y="2450592"/>
            <a:ext cx="1645920" cy="969264"/>
          </a:xfrm>
          <a:prstGeom xmlns:a="http://schemas.openxmlformats.org/drawingml/2006/main" prst="roundRect">
            <a:avLst>
              <a:gd name="adj" fmla="val 7547"/>
            </a:avLst>
          </a:prstGeom>
          <a:solidFill xmlns:a="http://schemas.openxmlformats.org/drawingml/2006/main">
            <a:srgbClr val="E8F8F1"/>
          </a:solidFill>
          <a:ln xmlns:a="http://schemas.openxmlformats.org/drawingml/2006/main" w="10160">
            <a:solidFill>
              <a:srgbClr val="E8F8F1"/>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8">
            <a:extLst xmlns:a="http://schemas.openxmlformats.org/drawingml/2006/main">
              <a:ext uri="{FF2B5EF4-FFF2-40B4-BE49-F238E27FC236}">
                <a16:creationId xmlns:a16="http://schemas.microsoft.com/office/drawing/2014/main" id="{7E5AED2B-878D-4DA5-B810-A491AF1B1A0E}"/>
              </a:ext>
            </a:extLst>
          </p:cNvPr>
          <p:cNvSpPr>
            <a:spLocks xmlns:a="http://schemas.openxmlformats.org/drawingml/2006/main" noGrp="1"/>
          </p:cNvSpPr>
          <p:nvPr/>
        </p:nvSpPr>
        <p:spPr>
          <a:xfrm xmlns:a="http://schemas.openxmlformats.org/drawingml/2006/main">
            <a:off x="649224" y="2578608"/>
            <a:ext cx="135331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60" b="1">
                <a:solidFill>
                  <a:srgbClr val="0A7C50"/>
                </a:solidFill>
                <a:latin typeface="NanumGothic"/>
                <a:ea typeface="NanumGothic"/>
                <a:cs typeface="NanumGothic"/>
              </a:rPr>
              <a:t>바로 검토</a:t>
            </a:r>
            <a:endParaRPr sz="1060"/>
          </a:p>
        </p:txBody>
      </p:sp>
      <p:sp>
        <p:nvSpPr>
          <p:cNvPr id="11" name="Text 9">
            <a:extLst xmlns:a="http://schemas.openxmlformats.org/drawingml/2006/main">
              <a:ext uri="{FF2B5EF4-FFF2-40B4-BE49-F238E27FC236}">
                <a16:creationId xmlns:a16="http://schemas.microsoft.com/office/drawing/2014/main" id="{6C126944-2DEE-43EB-98BE-A0D8F8C9F622}"/>
              </a:ext>
            </a:extLst>
          </p:cNvPr>
          <p:cNvSpPr>
            <a:spLocks xmlns:a="http://schemas.openxmlformats.org/drawingml/2006/main" noGrp="1"/>
          </p:cNvSpPr>
          <p:nvPr/>
        </p:nvSpPr>
        <p:spPr>
          <a:xfrm xmlns:a="http://schemas.openxmlformats.org/drawingml/2006/main">
            <a:off x="649224" y="2862072"/>
            <a:ext cx="13533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975">
                <a:solidFill>
                  <a:srgbClr val="172033"/>
                </a:solidFill>
                <a:latin typeface="NanumGothic"/>
                <a:ea typeface="NanumGothic"/>
                <a:cs typeface="NanumGothic"/>
              </a:rPr>
              <a:t>현재 조건 그대로</a:t>
            </a:r>
            <a:endParaRPr sz="830"/>
          </a:p>
          <a:p xmlns:a="http://schemas.openxmlformats.org/drawingml/2006/main">
            <a:pPr marL="0" indent="0" algn="ctr">
              <a:buNone/>
            </a:pPr>
            <a:r>
              <a:rPr sz="975">
                <a:solidFill>
                  <a:srgbClr val="172033"/>
                </a:solidFill>
                <a:latin typeface="NanumGothic"/>
                <a:ea typeface="NanumGothic"/>
                <a:cs typeface="NanumGothic"/>
              </a:rPr>
              <a:t>담당자 검토 요청</a:t>
            </a:r>
            <a:endParaRPr sz="830"/>
          </a:p>
        </p:txBody>
      </p:sp>
      <p:sp>
        <p:nvSpPr>
          <p:cNvPr id="12" name="Shape 10">
            <a:extLst xmlns:a="http://schemas.openxmlformats.org/drawingml/2006/main">
              <a:ext uri="{FF2B5EF4-FFF2-40B4-BE49-F238E27FC236}">
                <a16:creationId xmlns:a16="http://schemas.microsoft.com/office/drawing/2014/main" id="{49FA0A03-034F-47FA-B982-FA55B97AA77A}"/>
              </a:ext>
            </a:extLst>
          </p:cNvPr>
          <p:cNvSpPr>
            <a:spLocks xmlns:a="http://schemas.openxmlformats.org/drawingml/2006/main" noGrp="1"/>
          </p:cNvSpPr>
          <p:nvPr/>
        </p:nvSpPr>
        <p:spPr>
          <a:xfrm xmlns:a="http://schemas.openxmlformats.org/drawingml/2006/main">
            <a:off x="2304288" y="2450592"/>
            <a:ext cx="1645920" cy="969264"/>
          </a:xfrm>
          <a:prstGeom xmlns:a="http://schemas.openxmlformats.org/drawingml/2006/main" prst="roundRect">
            <a:avLst>
              <a:gd name="adj" fmla="val 7547"/>
            </a:avLst>
          </a:prstGeom>
          <a:solidFill xmlns:a="http://schemas.openxmlformats.org/drawingml/2006/main">
            <a:srgbClr val="EAF2FF"/>
          </a:solidFill>
          <a:ln xmlns:a="http://schemas.openxmlformats.org/drawingml/2006/main" w="10160">
            <a:solidFill>
              <a:srgbClr val="EAF2FF"/>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E8E0C116-CCEB-4DFB-91BD-6697B899E7CB}"/>
              </a:ext>
            </a:extLst>
          </p:cNvPr>
          <p:cNvSpPr>
            <a:spLocks xmlns:a="http://schemas.openxmlformats.org/drawingml/2006/main" noGrp="1"/>
          </p:cNvSpPr>
          <p:nvPr/>
        </p:nvSpPr>
        <p:spPr>
          <a:xfrm xmlns:a="http://schemas.openxmlformats.org/drawingml/2006/main">
            <a:off x="2450592" y="2578608"/>
            <a:ext cx="135331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60" b="1">
                <a:solidFill>
                  <a:srgbClr val="0F5AC7"/>
                </a:solidFill>
                <a:latin typeface="NanumGothic"/>
                <a:ea typeface="NanumGothic"/>
                <a:cs typeface="NanumGothic"/>
              </a:rPr>
              <a:t>조건부 전환</a:t>
            </a:r>
            <a:endParaRPr sz="1060"/>
          </a:p>
        </p:txBody>
      </p:sp>
      <p:sp>
        <p:nvSpPr>
          <p:cNvPr id="14" name="Text 12">
            <a:extLst xmlns:a="http://schemas.openxmlformats.org/drawingml/2006/main">
              <a:ext uri="{FF2B5EF4-FFF2-40B4-BE49-F238E27FC236}">
                <a16:creationId xmlns:a16="http://schemas.microsoft.com/office/drawing/2014/main" id="{6541B369-E120-462C-90C4-8EF639FDF5F6}"/>
              </a:ext>
            </a:extLst>
          </p:cNvPr>
          <p:cNvSpPr>
            <a:spLocks xmlns:a="http://schemas.openxmlformats.org/drawingml/2006/main" noGrp="1"/>
          </p:cNvSpPr>
          <p:nvPr/>
        </p:nvSpPr>
        <p:spPr>
          <a:xfrm xmlns:a="http://schemas.openxmlformats.org/drawingml/2006/main">
            <a:off x="2450592" y="2862072"/>
            <a:ext cx="13533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975">
                <a:solidFill>
                  <a:srgbClr val="172033"/>
                </a:solidFill>
                <a:latin typeface="NanumGothic"/>
                <a:ea typeface="NanumGothic"/>
                <a:cs typeface="NanumGothic"/>
              </a:rPr>
              <a:t>7개 축 중 최소 변경으로</a:t>
            </a:r>
            <a:endParaRPr sz="830"/>
          </a:p>
          <a:p xmlns:a="http://schemas.openxmlformats.org/drawingml/2006/main">
            <a:pPr marL="0" indent="0" algn="ctr">
              <a:buNone/>
            </a:pPr>
            <a:r>
              <a:rPr sz="975">
                <a:solidFill>
                  <a:srgbClr val="172033"/>
                </a:solidFill>
                <a:latin typeface="NanumGothic"/>
                <a:ea typeface="NanumGothic"/>
                <a:cs typeface="NanumGothic"/>
              </a:rPr>
              <a:t>가능한 대안 제시</a:t>
            </a:r>
            <a:endParaRPr sz="830"/>
          </a:p>
        </p:txBody>
      </p:sp>
      <p:sp>
        <p:nvSpPr>
          <p:cNvPr id="15" name="Shape 13">
            <a:extLst xmlns:a="http://schemas.openxmlformats.org/drawingml/2006/main">
              <a:ext uri="{FF2B5EF4-FFF2-40B4-BE49-F238E27FC236}">
                <a16:creationId xmlns:a16="http://schemas.microsoft.com/office/drawing/2014/main" id="{034D1599-AFB8-45D0-A1D1-131C2DB88215}"/>
              </a:ext>
            </a:extLst>
          </p:cNvPr>
          <p:cNvSpPr>
            <a:spLocks xmlns:a="http://schemas.openxmlformats.org/drawingml/2006/main" noGrp="1"/>
          </p:cNvSpPr>
          <p:nvPr/>
        </p:nvSpPr>
        <p:spPr>
          <a:xfrm xmlns:a="http://schemas.openxmlformats.org/drawingml/2006/main">
            <a:off x="4105656" y="2450592"/>
            <a:ext cx="1645920" cy="969264"/>
          </a:xfrm>
          <a:prstGeom xmlns:a="http://schemas.openxmlformats.org/drawingml/2006/main" prst="roundRect">
            <a:avLst>
              <a:gd name="adj" fmla="val 7547"/>
            </a:avLst>
          </a:prstGeom>
          <a:solidFill xmlns:a="http://schemas.openxmlformats.org/drawingml/2006/main">
            <a:srgbClr val="FFF3DC"/>
          </a:solidFill>
          <a:ln xmlns:a="http://schemas.openxmlformats.org/drawingml/2006/main" w="10160">
            <a:solidFill>
              <a:srgbClr val="FFF3DC"/>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44179E7E-F47A-40A2-9BB3-14B065861701}"/>
              </a:ext>
            </a:extLst>
          </p:cNvPr>
          <p:cNvSpPr>
            <a:spLocks xmlns:a="http://schemas.openxmlformats.org/drawingml/2006/main" noGrp="1"/>
          </p:cNvSpPr>
          <p:nvPr/>
        </p:nvSpPr>
        <p:spPr>
          <a:xfrm xmlns:a="http://schemas.openxmlformats.org/drawingml/2006/main">
            <a:off x="4251960" y="2578608"/>
            <a:ext cx="135331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60" b="1">
                <a:solidFill>
                  <a:srgbClr val="9B6200"/>
                </a:solidFill>
                <a:latin typeface="NanumGothic"/>
                <a:ea typeface="NanumGothic"/>
                <a:cs typeface="NanumGothic"/>
              </a:rPr>
              <a:t>이번엔 유지</a:t>
            </a:r>
            <a:endParaRPr sz="1060"/>
          </a:p>
        </p:txBody>
      </p:sp>
      <p:sp>
        <p:nvSpPr>
          <p:cNvPr id="17" name="Text 15">
            <a:extLst xmlns:a="http://schemas.openxmlformats.org/drawingml/2006/main">
              <a:ext uri="{FF2B5EF4-FFF2-40B4-BE49-F238E27FC236}">
                <a16:creationId xmlns:a16="http://schemas.microsoft.com/office/drawing/2014/main" id="{78AEB15A-DEDE-430E-BFD7-516B686CA96D}"/>
              </a:ext>
            </a:extLst>
          </p:cNvPr>
          <p:cNvSpPr>
            <a:spLocks xmlns:a="http://schemas.openxmlformats.org/drawingml/2006/main" noGrp="1"/>
          </p:cNvSpPr>
          <p:nvPr/>
        </p:nvSpPr>
        <p:spPr>
          <a:xfrm xmlns:a="http://schemas.openxmlformats.org/drawingml/2006/main">
            <a:off x="4251960" y="2862072"/>
            <a:ext cx="13533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975">
                <a:solidFill>
                  <a:srgbClr val="172033"/>
                </a:solidFill>
                <a:latin typeface="NanumGothic"/>
                <a:ea typeface="NanumGothic"/>
                <a:cs typeface="NanumGothic"/>
              </a:rPr>
              <a:t>불가 사유와</a:t>
            </a:r>
            <a:endParaRPr sz="830"/>
          </a:p>
          <a:p xmlns:a="http://schemas.openxmlformats.org/drawingml/2006/main">
            <a:pPr marL="0" indent="0" algn="ctr">
              <a:buNone/>
            </a:pPr>
            <a:r>
              <a:rPr sz="975">
                <a:solidFill>
                  <a:srgbClr val="172033"/>
                </a:solidFill>
                <a:latin typeface="NanumGothic"/>
                <a:ea typeface="NanumGothic"/>
                <a:cs typeface="NanumGothic"/>
              </a:rPr>
              <a:t>재검토 시점 저장</a:t>
            </a:r>
            <a:endParaRPr sz="830"/>
          </a:p>
        </p:txBody>
      </p:sp>
      <p:sp>
        <p:nvSpPr>
          <p:cNvPr id="18" name="Text 16">
            <a:extLst xmlns:a="http://schemas.openxmlformats.org/drawingml/2006/main">
              <a:ext uri="{FF2B5EF4-FFF2-40B4-BE49-F238E27FC236}">
                <a16:creationId xmlns:a16="http://schemas.microsoft.com/office/drawing/2014/main" id="{060DCEC7-4DEB-4BC2-8F5C-0A1735559BE0}"/>
              </a:ext>
            </a:extLst>
          </p:cNvPr>
          <p:cNvSpPr>
            <a:spLocks xmlns:a="http://schemas.openxmlformats.org/drawingml/2006/main" noGrp="1"/>
          </p:cNvSpPr>
          <p:nvPr/>
        </p:nvSpPr>
        <p:spPr>
          <a:xfrm xmlns:a="http://schemas.openxmlformats.org/drawingml/2006/main">
            <a:off x="502920" y="3767328"/>
            <a:ext cx="11887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120" b="1">
                <a:solidFill>
                  <a:srgbClr val="0B1F3A"/>
                </a:solidFill>
                <a:latin typeface="NanumGothic"/>
                <a:ea typeface="NanumGothic"/>
                <a:cs typeface="NanumGothic"/>
              </a:rPr>
              <a:t>사용자 흐름</a:t>
            </a:r>
            <a:endParaRPr sz="1120"/>
          </a:p>
        </p:txBody>
      </p:sp>
      <p:sp>
        <p:nvSpPr>
          <p:cNvPr id="19" name="Shape 17">
            <a:extLst xmlns:a="http://schemas.openxmlformats.org/drawingml/2006/main">
              <a:ext uri="{FF2B5EF4-FFF2-40B4-BE49-F238E27FC236}">
                <a16:creationId xmlns:a16="http://schemas.microsoft.com/office/drawing/2014/main" id="{54D1D650-C7C0-4E85-BEA9-D5F6BDA3D35A}"/>
              </a:ext>
            </a:extLst>
          </p:cNvPr>
          <p:cNvSpPr>
            <a:spLocks xmlns:a="http://schemas.openxmlformats.org/drawingml/2006/main" noGrp="1"/>
          </p:cNvSpPr>
          <p:nvPr/>
        </p:nvSpPr>
        <p:spPr>
          <a:xfrm xmlns:a="http://schemas.openxmlformats.org/drawingml/2006/main">
            <a:off x="502920" y="4133088"/>
            <a:ext cx="1627632" cy="566928"/>
          </a:xfrm>
          <a:prstGeom xmlns:a="http://schemas.openxmlformats.org/drawingml/2006/main" prst="roundRect">
            <a:avLst>
              <a:gd name="adj" fmla="val 12903"/>
            </a:avLst>
          </a:prstGeom>
          <a:solidFill xmlns:a="http://schemas.openxmlformats.org/drawingml/2006/main">
            <a:srgbClr val="EAF2FF"/>
          </a:solidFill>
          <a:ln xmlns:a="http://schemas.openxmlformats.org/drawingml/2006/main" w="10160">
            <a:solidFill>
              <a:srgbClr val="EAF2F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72BA9F90-44E6-43FB-9224-B0FF8A308FA9}"/>
              </a:ext>
            </a:extLst>
          </p:cNvPr>
          <p:cNvSpPr>
            <a:spLocks xmlns:a="http://schemas.openxmlformats.org/drawingml/2006/main" noGrp="1"/>
          </p:cNvSpPr>
          <p:nvPr/>
        </p:nvSpPr>
        <p:spPr>
          <a:xfrm xmlns:a="http://schemas.openxmlformats.org/drawingml/2006/main">
            <a:off x="594360" y="4215384"/>
            <a:ext cx="310896"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900" b="1">
                <a:solidFill>
                  <a:srgbClr val="0F5AC7"/>
                </a:solidFill>
                <a:latin typeface="NanumGothic"/>
                <a:ea typeface="NanumGothic"/>
                <a:cs typeface="NanumGothic"/>
              </a:rPr>
              <a:t>01</a:t>
            </a:r>
            <a:endParaRPr sz="900"/>
          </a:p>
        </p:txBody>
      </p:sp>
      <p:sp>
        <p:nvSpPr>
          <p:cNvPr id="21" name="Text 19">
            <a:extLst xmlns:a="http://schemas.openxmlformats.org/drawingml/2006/main">
              <a:ext uri="{FF2B5EF4-FFF2-40B4-BE49-F238E27FC236}">
                <a16:creationId xmlns:a16="http://schemas.microsoft.com/office/drawing/2014/main" id="{95E7EB69-1DB2-47F7-9B81-BEF56F729D2F}"/>
              </a:ext>
            </a:extLst>
          </p:cNvPr>
          <p:cNvSpPr>
            <a:spLocks xmlns:a="http://schemas.openxmlformats.org/drawingml/2006/main" noGrp="1"/>
          </p:cNvSpPr>
          <p:nvPr/>
        </p:nvSpPr>
        <p:spPr>
          <a:xfrm xmlns:a="http://schemas.openxmlformats.org/drawingml/2006/main">
            <a:off x="594360" y="4398264"/>
            <a:ext cx="144475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b="1">
                <a:solidFill>
                  <a:srgbClr val="172033"/>
                </a:solidFill>
                <a:latin typeface="NanumGothic"/>
                <a:ea typeface="NanumGothic"/>
                <a:cs typeface="NanumGothic"/>
              </a:rPr>
              <a:t>음성·조건 직접 입력</a:t>
            </a:r>
            <a:endParaRPr sz="930"/>
          </a:p>
        </p:txBody>
      </p:sp>
      <p:sp>
        <p:nvSpPr>
          <p:cNvPr id="22" name="Shape 20">
            <a:extLst xmlns:a="http://schemas.openxmlformats.org/drawingml/2006/main">
              <a:ext uri="{FF2B5EF4-FFF2-40B4-BE49-F238E27FC236}">
                <a16:creationId xmlns:a16="http://schemas.microsoft.com/office/drawing/2014/main" id="{767CB090-1666-4012-BB69-16CAE4A8E4A4}"/>
              </a:ext>
            </a:extLst>
          </p:cNvPr>
          <p:cNvSpPr>
            <a:spLocks xmlns:a="http://schemas.openxmlformats.org/drawingml/2006/main" noGrp="1"/>
          </p:cNvSpPr>
          <p:nvPr/>
        </p:nvSpPr>
        <p:spPr>
          <a:xfrm xmlns:a="http://schemas.openxmlformats.org/drawingml/2006/main">
            <a:off x="2148840" y="4416552"/>
            <a:ext cx="109728" cy="0"/>
          </a:xfrm>
          <a:prstGeom xmlns:a="http://schemas.openxmlformats.org/drawingml/2006/main" prst="line">
            <a:avLst/>
          </a:prstGeom>
          <a:noFill xmlns:a="http://schemas.openxmlformats.org/drawingml/2006/main"/>
          <a:ln xmlns:a="http://schemas.openxmlformats.org/drawingml/2006/main" w="15240">
            <a:solidFill>
              <a:srgbClr val="D7DFEA"/>
            </a:solidFill>
            <a:prstDash val="solid"/>
            <a:tailEnd type="triangle"/>
          </a:ln>
        </p:spPr>
        <p:txBody>
          <a:bodyPr xmlns:a="http://schemas.openxmlformats.org/drawingml/2006/main"/>
          <a:lstStyle xmlns:a="http://schemas.openxmlformats.org/drawingml/2006/main"/>
          <a:p xmlns:a="http://schemas.openxmlformats.org/drawingml/2006/main">
            <a:endParaRPr/>
          </a:p>
        </p:txBody>
      </p:sp>
      <p:sp>
        <p:nvSpPr>
          <p:cNvPr id="23" name="Shape 21">
            <a:extLst xmlns:a="http://schemas.openxmlformats.org/drawingml/2006/main">
              <a:ext uri="{FF2B5EF4-FFF2-40B4-BE49-F238E27FC236}">
                <a16:creationId xmlns:a16="http://schemas.microsoft.com/office/drawing/2014/main" id="{D97ECB86-45BF-4F0C-B74B-074460299FE7}"/>
              </a:ext>
            </a:extLst>
          </p:cNvPr>
          <p:cNvSpPr>
            <a:spLocks xmlns:a="http://schemas.openxmlformats.org/drawingml/2006/main" noGrp="1"/>
          </p:cNvSpPr>
          <p:nvPr/>
        </p:nvSpPr>
        <p:spPr>
          <a:xfrm xmlns:a="http://schemas.openxmlformats.org/drawingml/2006/main">
            <a:off x="2295144" y="4133088"/>
            <a:ext cx="1627632" cy="566928"/>
          </a:xfrm>
          <a:prstGeom xmlns:a="http://schemas.openxmlformats.org/drawingml/2006/main" prst="roundRect">
            <a:avLst>
              <a:gd name="adj" fmla="val 12903"/>
            </a:avLst>
          </a:prstGeom>
          <a:solidFill xmlns:a="http://schemas.openxmlformats.org/drawingml/2006/main">
            <a:srgbClr val="EAF2FF"/>
          </a:solidFill>
          <a:ln xmlns:a="http://schemas.openxmlformats.org/drawingml/2006/main" w="10160">
            <a:solidFill>
              <a:srgbClr val="EAF2FF"/>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2">
            <a:extLst xmlns:a="http://schemas.openxmlformats.org/drawingml/2006/main">
              <a:ext uri="{FF2B5EF4-FFF2-40B4-BE49-F238E27FC236}">
                <a16:creationId xmlns:a16="http://schemas.microsoft.com/office/drawing/2014/main" id="{E5C16312-B3E0-497B-893E-5AF7C4BBE14C}"/>
              </a:ext>
            </a:extLst>
          </p:cNvPr>
          <p:cNvSpPr>
            <a:spLocks xmlns:a="http://schemas.openxmlformats.org/drawingml/2006/main" noGrp="1"/>
          </p:cNvSpPr>
          <p:nvPr/>
        </p:nvSpPr>
        <p:spPr>
          <a:xfrm xmlns:a="http://schemas.openxmlformats.org/drawingml/2006/main">
            <a:off x="2386584" y="4215384"/>
            <a:ext cx="310896"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900" b="1">
                <a:solidFill>
                  <a:srgbClr val="0F5AC7"/>
                </a:solidFill>
                <a:latin typeface="NanumGothic"/>
                <a:ea typeface="NanumGothic"/>
                <a:cs typeface="NanumGothic"/>
              </a:rPr>
              <a:t>02</a:t>
            </a:r>
            <a:endParaRPr sz="900"/>
          </a:p>
        </p:txBody>
      </p:sp>
      <p:sp>
        <p:nvSpPr>
          <p:cNvPr id="25" name="Text 23">
            <a:extLst xmlns:a="http://schemas.openxmlformats.org/drawingml/2006/main">
              <a:ext uri="{FF2B5EF4-FFF2-40B4-BE49-F238E27FC236}">
                <a16:creationId xmlns:a16="http://schemas.microsoft.com/office/drawing/2014/main" id="{95E17456-FE22-4F22-86E5-45E3D72D2B76}"/>
              </a:ext>
            </a:extLst>
          </p:cNvPr>
          <p:cNvSpPr>
            <a:spLocks xmlns:a="http://schemas.openxmlformats.org/drawingml/2006/main" noGrp="1"/>
          </p:cNvSpPr>
          <p:nvPr/>
        </p:nvSpPr>
        <p:spPr>
          <a:xfrm xmlns:a="http://schemas.openxmlformats.org/drawingml/2006/main">
            <a:off x="2386584" y="4398264"/>
            <a:ext cx="144475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b="1">
                <a:solidFill>
                  <a:srgbClr val="172033"/>
                </a:solidFill>
                <a:latin typeface="NanumGothic"/>
                <a:ea typeface="NanumGothic"/>
                <a:cs typeface="NanumGothic"/>
              </a:rPr>
              <a:t>필수값·근거 자동 인식</a:t>
            </a:r>
            <a:endParaRPr sz="930"/>
          </a:p>
        </p:txBody>
      </p:sp>
      <p:sp>
        <p:nvSpPr>
          <p:cNvPr id="26" name="Shape 24">
            <a:extLst xmlns:a="http://schemas.openxmlformats.org/drawingml/2006/main">
              <a:ext uri="{FF2B5EF4-FFF2-40B4-BE49-F238E27FC236}">
                <a16:creationId xmlns:a16="http://schemas.microsoft.com/office/drawing/2014/main" id="{C0D5A4DE-F565-4CF6-A033-C5228737B138}"/>
              </a:ext>
            </a:extLst>
          </p:cNvPr>
          <p:cNvSpPr>
            <a:spLocks xmlns:a="http://schemas.openxmlformats.org/drawingml/2006/main" noGrp="1"/>
          </p:cNvSpPr>
          <p:nvPr/>
        </p:nvSpPr>
        <p:spPr>
          <a:xfrm xmlns:a="http://schemas.openxmlformats.org/drawingml/2006/main">
            <a:off x="3941064" y="4416552"/>
            <a:ext cx="109728" cy="0"/>
          </a:xfrm>
          <a:prstGeom xmlns:a="http://schemas.openxmlformats.org/drawingml/2006/main" prst="line">
            <a:avLst/>
          </a:prstGeom>
          <a:noFill xmlns:a="http://schemas.openxmlformats.org/drawingml/2006/main"/>
          <a:ln xmlns:a="http://schemas.openxmlformats.org/drawingml/2006/main" w="15240">
            <a:solidFill>
              <a:srgbClr val="D7DFEA"/>
            </a:solidFill>
            <a:prstDash val="solid"/>
            <a:tailEnd type="triangle"/>
          </a:ln>
        </p:spPr>
        <p:txBody>
          <a:bodyPr xmlns:a="http://schemas.openxmlformats.org/drawingml/2006/main"/>
          <a:lstStyle xmlns:a="http://schemas.openxmlformats.org/drawingml/2006/main"/>
          <a:p xmlns:a="http://schemas.openxmlformats.org/drawingml/2006/main">
            <a:endParaRPr/>
          </a:p>
        </p:txBody>
      </p:sp>
      <p:sp>
        <p:nvSpPr>
          <p:cNvPr id="27" name="Shape 25">
            <a:extLst xmlns:a="http://schemas.openxmlformats.org/drawingml/2006/main">
              <a:ext uri="{FF2B5EF4-FFF2-40B4-BE49-F238E27FC236}">
                <a16:creationId xmlns:a16="http://schemas.microsoft.com/office/drawing/2014/main" id="{9EBA8006-978F-4E4D-B857-3F0FD7469F5C}"/>
              </a:ext>
            </a:extLst>
          </p:cNvPr>
          <p:cNvSpPr>
            <a:spLocks xmlns:a="http://schemas.openxmlformats.org/drawingml/2006/main" noGrp="1"/>
          </p:cNvSpPr>
          <p:nvPr/>
        </p:nvSpPr>
        <p:spPr>
          <a:xfrm xmlns:a="http://schemas.openxmlformats.org/drawingml/2006/main">
            <a:off x="4087368" y="4133088"/>
            <a:ext cx="1627632" cy="566928"/>
          </a:xfrm>
          <a:prstGeom xmlns:a="http://schemas.openxmlformats.org/drawingml/2006/main" prst="roundRect">
            <a:avLst>
              <a:gd name="adj" fmla="val 12903"/>
            </a:avLst>
          </a:prstGeom>
          <a:solidFill xmlns:a="http://schemas.openxmlformats.org/drawingml/2006/main">
            <a:srgbClr val="EAF2FF"/>
          </a:solidFill>
          <a:ln xmlns:a="http://schemas.openxmlformats.org/drawingml/2006/main" w="10160">
            <a:solidFill>
              <a:srgbClr val="EAF2FF"/>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Text 26">
            <a:extLst xmlns:a="http://schemas.openxmlformats.org/drawingml/2006/main">
              <a:ext uri="{FF2B5EF4-FFF2-40B4-BE49-F238E27FC236}">
                <a16:creationId xmlns:a16="http://schemas.microsoft.com/office/drawing/2014/main" id="{73E8C1A1-5200-4AF2-B027-5E0EF9A03E68}"/>
              </a:ext>
            </a:extLst>
          </p:cNvPr>
          <p:cNvSpPr>
            <a:spLocks xmlns:a="http://schemas.openxmlformats.org/drawingml/2006/main" noGrp="1"/>
          </p:cNvSpPr>
          <p:nvPr/>
        </p:nvSpPr>
        <p:spPr>
          <a:xfrm xmlns:a="http://schemas.openxmlformats.org/drawingml/2006/main">
            <a:off x="4178808" y="4215384"/>
            <a:ext cx="310896"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900" b="1">
                <a:solidFill>
                  <a:srgbClr val="0F5AC7"/>
                </a:solidFill>
                <a:latin typeface="NanumGothic"/>
                <a:ea typeface="NanumGothic"/>
                <a:cs typeface="NanumGothic"/>
              </a:rPr>
              <a:t>03</a:t>
            </a:r>
            <a:endParaRPr sz="900"/>
          </a:p>
        </p:txBody>
      </p:sp>
      <p:sp>
        <p:nvSpPr>
          <p:cNvPr id="29" name="Text 27">
            <a:extLst xmlns:a="http://schemas.openxmlformats.org/drawingml/2006/main">
              <a:ext uri="{FF2B5EF4-FFF2-40B4-BE49-F238E27FC236}">
                <a16:creationId xmlns:a16="http://schemas.microsoft.com/office/drawing/2014/main" id="{90FD679C-B899-413E-8769-C12A4C62EC1D}"/>
              </a:ext>
            </a:extLst>
          </p:cNvPr>
          <p:cNvSpPr>
            <a:spLocks xmlns:a="http://schemas.openxmlformats.org/drawingml/2006/main" noGrp="1"/>
          </p:cNvSpPr>
          <p:nvPr/>
        </p:nvSpPr>
        <p:spPr>
          <a:xfrm xmlns:a="http://schemas.openxmlformats.org/drawingml/2006/main">
            <a:off x="4178808" y="4398264"/>
            <a:ext cx="144475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b="1">
                <a:solidFill>
                  <a:srgbClr val="172033"/>
                </a:solidFill>
                <a:latin typeface="NanumGothic"/>
                <a:ea typeface="NanumGothic"/>
                <a:cs typeface="NanumGothic"/>
              </a:rPr>
              <a:t>7개 조정 범위 선택</a:t>
            </a:r>
            <a:endParaRPr sz="930"/>
          </a:p>
        </p:txBody>
      </p:sp>
      <p:sp>
        <p:nvSpPr>
          <p:cNvPr id="30" name="Shape 28">
            <a:extLst xmlns:a="http://schemas.openxmlformats.org/drawingml/2006/main">
              <a:ext uri="{FF2B5EF4-FFF2-40B4-BE49-F238E27FC236}">
                <a16:creationId xmlns:a16="http://schemas.microsoft.com/office/drawing/2014/main" id="{57CDEEE4-382D-4259-919F-AB2F644A05D6}"/>
              </a:ext>
            </a:extLst>
          </p:cNvPr>
          <p:cNvSpPr>
            <a:spLocks xmlns:a="http://schemas.openxmlformats.org/drawingml/2006/main" noGrp="1"/>
          </p:cNvSpPr>
          <p:nvPr/>
        </p:nvSpPr>
        <p:spPr>
          <a:xfrm xmlns:a="http://schemas.openxmlformats.org/drawingml/2006/main">
            <a:off x="502920" y="4855464"/>
            <a:ext cx="1627632" cy="566928"/>
          </a:xfrm>
          <a:prstGeom xmlns:a="http://schemas.openxmlformats.org/drawingml/2006/main" prst="roundRect">
            <a:avLst>
              <a:gd name="adj" fmla="val 12903"/>
            </a:avLst>
          </a:prstGeom>
          <a:solidFill xmlns:a="http://schemas.openxmlformats.org/drawingml/2006/main">
            <a:srgbClr val="EAF2FF"/>
          </a:solidFill>
          <a:ln xmlns:a="http://schemas.openxmlformats.org/drawingml/2006/main" w="10160">
            <a:solidFill>
              <a:srgbClr val="EAF2FF"/>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9">
            <a:extLst xmlns:a="http://schemas.openxmlformats.org/drawingml/2006/main">
              <a:ext uri="{FF2B5EF4-FFF2-40B4-BE49-F238E27FC236}">
                <a16:creationId xmlns:a16="http://schemas.microsoft.com/office/drawing/2014/main" id="{908E6B39-D5A4-4543-8846-C372769FC9B3}"/>
              </a:ext>
            </a:extLst>
          </p:cNvPr>
          <p:cNvSpPr>
            <a:spLocks xmlns:a="http://schemas.openxmlformats.org/drawingml/2006/main" noGrp="1"/>
          </p:cNvSpPr>
          <p:nvPr/>
        </p:nvSpPr>
        <p:spPr>
          <a:xfrm xmlns:a="http://schemas.openxmlformats.org/drawingml/2006/main">
            <a:off x="594360" y="4937760"/>
            <a:ext cx="310896"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900" b="1">
                <a:solidFill>
                  <a:srgbClr val="0F5AC7"/>
                </a:solidFill>
                <a:latin typeface="NanumGothic"/>
                <a:ea typeface="NanumGothic"/>
                <a:cs typeface="NanumGothic"/>
              </a:rPr>
              <a:t>04</a:t>
            </a:r>
            <a:endParaRPr sz="900"/>
          </a:p>
        </p:txBody>
      </p:sp>
      <p:sp>
        <p:nvSpPr>
          <p:cNvPr id="32" name="Text 30">
            <a:extLst xmlns:a="http://schemas.openxmlformats.org/drawingml/2006/main">
              <a:ext uri="{FF2B5EF4-FFF2-40B4-BE49-F238E27FC236}">
                <a16:creationId xmlns:a16="http://schemas.microsoft.com/office/drawing/2014/main" id="{2B30D33B-8955-4835-A170-7430E762B718}"/>
              </a:ext>
            </a:extLst>
          </p:cNvPr>
          <p:cNvSpPr>
            <a:spLocks xmlns:a="http://schemas.openxmlformats.org/drawingml/2006/main" noGrp="1"/>
          </p:cNvSpPr>
          <p:nvPr/>
        </p:nvSpPr>
        <p:spPr>
          <a:xfrm xmlns:a="http://schemas.openxmlformats.org/drawingml/2006/main">
            <a:off x="594360" y="5120640"/>
            <a:ext cx="144475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b="1">
                <a:solidFill>
                  <a:srgbClr val="172033"/>
                </a:solidFill>
                <a:latin typeface="NanumGothic"/>
                <a:ea typeface="NanumGothic"/>
                <a:cs typeface="NanumGothic"/>
              </a:rPr>
              <a:t>D2D·기한 AI 역제안</a:t>
            </a:r>
            <a:endParaRPr sz="930"/>
          </a:p>
        </p:txBody>
      </p:sp>
      <p:sp>
        <p:nvSpPr>
          <p:cNvPr id="33" name="Shape 31">
            <a:extLst xmlns:a="http://schemas.openxmlformats.org/drawingml/2006/main">
              <a:ext uri="{FF2B5EF4-FFF2-40B4-BE49-F238E27FC236}">
                <a16:creationId xmlns:a16="http://schemas.microsoft.com/office/drawing/2014/main" id="{C5B182FA-6F95-4901-949B-61A1E5246E5F}"/>
              </a:ext>
            </a:extLst>
          </p:cNvPr>
          <p:cNvSpPr>
            <a:spLocks xmlns:a="http://schemas.openxmlformats.org/drawingml/2006/main" noGrp="1"/>
          </p:cNvSpPr>
          <p:nvPr/>
        </p:nvSpPr>
        <p:spPr>
          <a:xfrm xmlns:a="http://schemas.openxmlformats.org/drawingml/2006/main">
            <a:off x="2148840" y="5138928"/>
            <a:ext cx="109728" cy="0"/>
          </a:xfrm>
          <a:prstGeom xmlns:a="http://schemas.openxmlformats.org/drawingml/2006/main" prst="line">
            <a:avLst/>
          </a:prstGeom>
          <a:noFill xmlns:a="http://schemas.openxmlformats.org/drawingml/2006/main"/>
          <a:ln xmlns:a="http://schemas.openxmlformats.org/drawingml/2006/main" w="15240">
            <a:solidFill>
              <a:srgbClr val="D7DFEA"/>
            </a:solidFill>
            <a:prstDash val="solid"/>
            <a:tailEnd type="triangle"/>
          </a:ln>
        </p:spPr>
        <p:txBody>
          <a:bodyPr xmlns:a="http://schemas.openxmlformats.org/drawingml/2006/main"/>
          <a:lstStyle xmlns:a="http://schemas.openxmlformats.org/drawingml/2006/main"/>
          <a:p xmlns:a="http://schemas.openxmlformats.org/drawingml/2006/main">
            <a:endParaRPr/>
          </a:p>
        </p:txBody>
      </p:sp>
      <p:sp>
        <p:nvSpPr>
          <p:cNvPr id="34" name="Shape 32">
            <a:extLst xmlns:a="http://schemas.openxmlformats.org/drawingml/2006/main">
              <a:ext uri="{FF2B5EF4-FFF2-40B4-BE49-F238E27FC236}">
                <a16:creationId xmlns:a16="http://schemas.microsoft.com/office/drawing/2014/main" id="{D1A79A1A-6500-4FAA-B515-53BD314D0CB1}"/>
              </a:ext>
            </a:extLst>
          </p:cNvPr>
          <p:cNvSpPr>
            <a:spLocks xmlns:a="http://schemas.openxmlformats.org/drawingml/2006/main" noGrp="1"/>
          </p:cNvSpPr>
          <p:nvPr/>
        </p:nvSpPr>
        <p:spPr>
          <a:xfrm xmlns:a="http://schemas.openxmlformats.org/drawingml/2006/main">
            <a:off x="2295144" y="4855464"/>
            <a:ext cx="1627632" cy="566928"/>
          </a:xfrm>
          <a:prstGeom xmlns:a="http://schemas.openxmlformats.org/drawingml/2006/main" prst="roundRect">
            <a:avLst>
              <a:gd name="adj" fmla="val 12903"/>
            </a:avLst>
          </a:prstGeom>
          <a:solidFill xmlns:a="http://schemas.openxmlformats.org/drawingml/2006/main">
            <a:srgbClr val="E8F8F1"/>
          </a:solidFill>
          <a:ln xmlns:a="http://schemas.openxmlformats.org/drawingml/2006/main" w="10160">
            <a:solidFill>
              <a:srgbClr val="E8F8F1"/>
            </a:solidFill>
            <a:prstDash val="solid"/>
          </a:ln>
        </p:spPr>
        <p:txBody>
          <a:bodyPr xmlns:a="http://schemas.openxmlformats.org/drawingml/2006/main"/>
          <a:lstStyle xmlns:a="http://schemas.openxmlformats.org/drawingml/2006/main"/>
          <a:p xmlns:a="http://schemas.openxmlformats.org/drawingml/2006/main">
            <a:endParaRPr/>
          </a:p>
        </p:txBody>
      </p:sp>
      <p:sp>
        <p:nvSpPr>
          <p:cNvPr id="35" name="Text 33">
            <a:extLst xmlns:a="http://schemas.openxmlformats.org/drawingml/2006/main">
              <a:ext uri="{FF2B5EF4-FFF2-40B4-BE49-F238E27FC236}">
                <a16:creationId xmlns:a16="http://schemas.microsoft.com/office/drawing/2014/main" id="{77C3D3BF-5A0E-4FBC-B27F-7A087DF571C9}"/>
              </a:ext>
            </a:extLst>
          </p:cNvPr>
          <p:cNvSpPr>
            <a:spLocks xmlns:a="http://schemas.openxmlformats.org/drawingml/2006/main" noGrp="1"/>
          </p:cNvSpPr>
          <p:nvPr/>
        </p:nvSpPr>
        <p:spPr>
          <a:xfrm xmlns:a="http://schemas.openxmlformats.org/drawingml/2006/main">
            <a:off x="2386584" y="4937760"/>
            <a:ext cx="310896"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900" b="1">
                <a:solidFill>
                  <a:srgbClr val="0A7C50"/>
                </a:solidFill>
                <a:latin typeface="NanumGothic"/>
                <a:ea typeface="NanumGothic"/>
                <a:cs typeface="NanumGothic"/>
              </a:rPr>
              <a:t>05</a:t>
            </a:r>
            <a:endParaRPr sz="900"/>
          </a:p>
        </p:txBody>
      </p:sp>
      <p:sp>
        <p:nvSpPr>
          <p:cNvPr id="36" name="Text 34">
            <a:extLst xmlns:a="http://schemas.openxmlformats.org/drawingml/2006/main">
              <a:ext uri="{FF2B5EF4-FFF2-40B4-BE49-F238E27FC236}">
                <a16:creationId xmlns:a16="http://schemas.microsoft.com/office/drawing/2014/main" id="{35B52F40-B6E2-4965-8022-272DB3BE70A9}"/>
              </a:ext>
            </a:extLst>
          </p:cNvPr>
          <p:cNvSpPr>
            <a:spLocks xmlns:a="http://schemas.openxmlformats.org/drawingml/2006/main" noGrp="1"/>
          </p:cNvSpPr>
          <p:nvPr/>
        </p:nvSpPr>
        <p:spPr>
          <a:xfrm xmlns:a="http://schemas.openxmlformats.org/drawingml/2006/main">
            <a:off x="2386584" y="5120640"/>
            <a:ext cx="144475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b="1">
                <a:solidFill>
                  <a:srgbClr val="172033"/>
                </a:solidFill>
                <a:latin typeface="NanumGothic"/>
                <a:ea typeface="NanumGothic"/>
                <a:cs typeface="NanumGothic"/>
              </a:rPr>
              <a:t>익명 화주와 함께 보내기</a:t>
            </a:r>
            <a:endParaRPr sz="930"/>
          </a:p>
        </p:txBody>
      </p:sp>
      <p:sp>
        <p:nvSpPr>
          <p:cNvPr id="37" name="Shape 35">
            <a:extLst xmlns:a="http://schemas.openxmlformats.org/drawingml/2006/main">
              <a:ext uri="{FF2B5EF4-FFF2-40B4-BE49-F238E27FC236}">
                <a16:creationId xmlns:a16="http://schemas.microsoft.com/office/drawing/2014/main" id="{AE2C5CB9-95D4-495F-89A1-7DE002E63C2B}"/>
              </a:ext>
            </a:extLst>
          </p:cNvPr>
          <p:cNvSpPr>
            <a:spLocks xmlns:a="http://schemas.openxmlformats.org/drawingml/2006/main" noGrp="1"/>
          </p:cNvSpPr>
          <p:nvPr/>
        </p:nvSpPr>
        <p:spPr>
          <a:xfrm xmlns:a="http://schemas.openxmlformats.org/drawingml/2006/main">
            <a:off x="3941064" y="5138928"/>
            <a:ext cx="109728" cy="0"/>
          </a:xfrm>
          <a:prstGeom xmlns:a="http://schemas.openxmlformats.org/drawingml/2006/main" prst="line">
            <a:avLst/>
          </a:prstGeom>
          <a:noFill xmlns:a="http://schemas.openxmlformats.org/drawingml/2006/main"/>
          <a:ln xmlns:a="http://schemas.openxmlformats.org/drawingml/2006/main" w="15240">
            <a:solidFill>
              <a:srgbClr val="D7DFEA"/>
            </a:solidFill>
            <a:prstDash val="solid"/>
            <a:tailEnd type="triangle"/>
          </a:ln>
        </p:spPr>
        <p:txBody>
          <a:bodyPr xmlns:a="http://schemas.openxmlformats.org/drawingml/2006/main"/>
          <a:lstStyle xmlns:a="http://schemas.openxmlformats.org/drawingml/2006/main"/>
          <a:p xmlns:a="http://schemas.openxmlformats.org/drawingml/2006/main">
            <a:endParaRPr/>
          </a:p>
        </p:txBody>
      </p:sp>
      <p:sp>
        <p:nvSpPr>
          <p:cNvPr id="38" name="Shape 36">
            <a:extLst xmlns:a="http://schemas.openxmlformats.org/drawingml/2006/main">
              <a:ext uri="{FF2B5EF4-FFF2-40B4-BE49-F238E27FC236}">
                <a16:creationId xmlns:a16="http://schemas.microsoft.com/office/drawing/2014/main" id="{98EFEDF9-92FB-402E-9A6C-F8624E06FA1E}"/>
              </a:ext>
            </a:extLst>
          </p:cNvPr>
          <p:cNvSpPr>
            <a:spLocks xmlns:a="http://schemas.openxmlformats.org/drawingml/2006/main" noGrp="1"/>
          </p:cNvSpPr>
          <p:nvPr/>
        </p:nvSpPr>
        <p:spPr>
          <a:xfrm xmlns:a="http://schemas.openxmlformats.org/drawingml/2006/main">
            <a:off x="4087368" y="4855464"/>
            <a:ext cx="1627632" cy="566928"/>
          </a:xfrm>
          <a:prstGeom xmlns:a="http://schemas.openxmlformats.org/drawingml/2006/main" prst="roundRect">
            <a:avLst>
              <a:gd name="adj" fmla="val 12903"/>
            </a:avLst>
          </a:prstGeom>
          <a:solidFill xmlns:a="http://schemas.openxmlformats.org/drawingml/2006/main">
            <a:srgbClr val="E8F8F1"/>
          </a:solidFill>
          <a:ln xmlns:a="http://schemas.openxmlformats.org/drawingml/2006/main" w="10160">
            <a:solidFill>
              <a:srgbClr val="E8F8F1"/>
            </a:solidFill>
            <a:prstDash val="solid"/>
          </a:ln>
        </p:spPr>
        <p:txBody>
          <a:bodyPr xmlns:a="http://schemas.openxmlformats.org/drawingml/2006/main"/>
          <a:lstStyle xmlns:a="http://schemas.openxmlformats.org/drawingml/2006/main"/>
          <a:p xmlns:a="http://schemas.openxmlformats.org/drawingml/2006/main">
            <a:endParaRPr/>
          </a:p>
        </p:txBody>
      </p:sp>
      <p:sp>
        <p:nvSpPr>
          <p:cNvPr id="39" name="Text 37">
            <a:extLst xmlns:a="http://schemas.openxmlformats.org/drawingml/2006/main">
              <a:ext uri="{FF2B5EF4-FFF2-40B4-BE49-F238E27FC236}">
                <a16:creationId xmlns:a16="http://schemas.microsoft.com/office/drawing/2014/main" id="{9CEFC330-B7BD-4D84-9A24-1007D3AEEB5B}"/>
              </a:ext>
            </a:extLst>
          </p:cNvPr>
          <p:cNvSpPr>
            <a:spLocks xmlns:a="http://schemas.openxmlformats.org/drawingml/2006/main" noGrp="1"/>
          </p:cNvSpPr>
          <p:nvPr/>
        </p:nvSpPr>
        <p:spPr>
          <a:xfrm xmlns:a="http://schemas.openxmlformats.org/drawingml/2006/main">
            <a:off x="4178808" y="4937760"/>
            <a:ext cx="310896"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900" b="1">
                <a:solidFill>
                  <a:srgbClr val="0A7C50"/>
                </a:solidFill>
                <a:latin typeface="NanumGothic"/>
                <a:ea typeface="NanumGothic"/>
                <a:cs typeface="NanumGothic"/>
              </a:rPr>
              <a:t>06</a:t>
            </a:r>
            <a:endParaRPr sz="900"/>
          </a:p>
        </p:txBody>
      </p:sp>
      <p:sp>
        <p:nvSpPr>
          <p:cNvPr id="40" name="Text 38">
            <a:extLst xmlns:a="http://schemas.openxmlformats.org/drawingml/2006/main">
              <a:ext uri="{FF2B5EF4-FFF2-40B4-BE49-F238E27FC236}">
                <a16:creationId xmlns:a16="http://schemas.microsoft.com/office/drawing/2014/main" id="{0348BC3E-40F5-4FDE-BC1B-18163D25D99E}"/>
              </a:ext>
            </a:extLst>
          </p:cNvPr>
          <p:cNvSpPr>
            <a:spLocks xmlns:a="http://schemas.openxmlformats.org/drawingml/2006/main" noGrp="1"/>
          </p:cNvSpPr>
          <p:nvPr/>
        </p:nvSpPr>
        <p:spPr>
          <a:xfrm xmlns:a="http://schemas.openxmlformats.org/drawingml/2006/main">
            <a:off x="4178808" y="5120640"/>
            <a:ext cx="144475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b="1">
                <a:solidFill>
                  <a:srgbClr val="172033"/>
                </a:solidFill>
                <a:latin typeface="NanumGothic"/>
                <a:ea typeface="NanumGothic"/>
                <a:cs typeface="NanumGothic"/>
              </a:rPr>
              <a:t>담당자 검토·사유 학습</a:t>
            </a:r>
            <a:endParaRPr sz="930"/>
          </a:p>
        </p:txBody>
      </p:sp>
      <p:sp>
        <p:nvSpPr>
          <p:cNvPr id="41" name="Shape 39">
            <a:extLst xmlns:a="http://schemas.openxmlformats.org/drawingml/2006/main">
              <a:ext uri="{FF2B5EF4-FFF2-40B4-BE49-F238E27FC236}">
                <a16:creationId xmlns:a16="http://schemas.microsoft.com/office/drawing/2014/main" id="{7BC5838F-7BDC-4590-A7EC-F9A73AF83DE9}"/>
              </a:ext>
            </a:extLst>
          </p:cNvPr>
          <p:cNvSpPr>
            <a:spLocks xmlns:a="http://schemas.openxmlformats.org/drawingml/2006/main" noGrp="1"/>
          </p:cNvSpPr>
          <p:nvPr/>
        </p:nvSpPr>
        <p:spPr>
          <a:xfrm xmlns:a="http://schemas.openxmlformats.org/drawingml/2006/main">
            <a:off x="502920" y="5568696"/>
            <a:ext cx="5413248" cy="438912"/>
          </a:xfrm>
          <a:prstGeom xmlns:a="http://schemas.openxmlformats.org/drawingml/2006/main" prst="roundRect">
            <a:avLst>
              <a:gd name="adj" fmla="val 16667"/>
            </a:avLst>
          </a:prstGeom>
          <a:solidFill xmlns:a="http://schemas.openxmlformats.org/drawingml/2006/main">
            <a:srgbClr val="FFF3DC"/>
          </a:solidFill>
          <a:ln xmlns:a="http://schemas.openxmlformats.org/drawingml/2006/main" w="10160">
            <a:solidFill>
              <a:srgbClr val="FFF3DC"/>
            </a:solidFill>
            <a:prstDash val="solid"/>
          </a:ln>
        </p:spPr>
        <p:txBody>
          <a:bodyPr xmlns:a="http://schemas.openxmlformats.org/drawingml/2006/main"/>
          <a:lstStyle xmlns:a="http://schemas.openxmlformats.org/drawingml/2006/main"/>
          <a:p xmlns:a="http://schemas.openxmlformats.org/drawingml/2006/main">
            <a:endParaRPr/>
          </a:p>
        </p:txBody>
      </p:sp>
      <p:sp>
        <p:nvSpPr>
          <p:cNvPr id="42" name="Text 40">
            <a:extLst xmlns:a="http://schemas.openxmlformats.org/drawingml/2006/main">
              <a:ext uri="{FF2B5EF4-FFF2-40B4-BE49-F238E27FC236}">
                <a16:creationId xmlns:a16="http://schemas.microsoft.com/office/drawing/2014/main" id="{A2A5AEBD-C50D-403B-8306-6E2D21778BF1}"/>
              </a:ext>
            </a:extLst>
          </p:cNvPr>
          <p:cNvSpPr>
            <a:spLocks xmlns:a="http://schemas.openxmlformats.org/drawingml/2006/main" noGrp="1"/>
          </p:cNvSpPr>
          <p:nvPr/>
        </p:nvSpPr>
        <p:spPr>
          <a:xfrm xmlns:a="http://schemas.openxmlformats.org/drawingml/2006/main">
            <a:off x="667512" y="5669280"/>
            <a:ext cx="5074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825" b="1">
                <a:solidFill>
                  <a:srgbClr val="8B5400"/>
                </a:solidFill>
                <a:latin typeface="NanumGothic"/>
                <a:ea typeface="NanumGothic"/>
                <a:cs typeface="NanumGothic"/>
              </a:rPr>
              <a:t>운영 경계  |  예약·계약·결제·배차는 자동 확정하지 않으며, 실제 운임·수송력·시설은 담당자 확인으로 남깁니다.</a:t>
            </a:r>
            <a:endParaRPr sz="920"/>
          </a:p>
        </p:txBody>
      </p:sp>
      <p:sp>
        <p:nvSpPr>
          <p:cNvPr id="43" name="Shape 41">
            <a:extLst xmlns:a="http://schemas.openxmlformats.org/drawingml/2006/main">
              <a:ext uri="{FF2B5EF4-FFF2-40B4-BE49-F238E27FC236}">
                <a16:creationId xmlns:a16="http://schemas.microsoft.com/office/drawing/2014/main" id="{75F77830-99D9-43E1-8FCB-3E96B656CBD0}"/>
              </a:ext>
            </a:extLst>
          </p:cNvPr>
          <p:cNvSpPr>
            <a:spLocks xmlns:a="http://schemas.openxmlformats.org/drawingml/2006/main" noGrp="1"/>
          </p:cNvSpPr>
          <p:nvPr/>
        </p:nvSpPr>
        <p:spPr>
          <a:xfrm xmlns:a="http://schemas.openxmlformats.org/drawingml/2006/main">
            <a:off x="6478524" y="1239012"/>
            <a:ext cx="2093976" cy="4414489"/>
          </a:xfrm>
          <a:prstGeom xmlns:a="http://schemas.openxmlformats.org/drawingml/2006/main" prst="roundRect">
            <a:avLst>
              <a:gd name="adj" fmla="val 3493"/>
            </a:avLst>
          </a:prstGeom>
          <a:solidFill xmlns:a="http://schemas.openxmlformats.org/drawingml/2006/main">
            <a:srgbClr val="FFFFFF"/>
          </a:solidFill>
          <a:ln xmlns:a="http://schemas.openxmlformats.org/drawingml/2006/main" w="13970">
            <a:solidFill>
              <a:srgbClr val="BFD0E7"/>
            </a:solidFill>
            <a:prstDash val="solid"/>
          </a:ln>
          <a:effectLst xmlns:a="http://schemas.openxmlformats.org/drawingml/2006/main">
            <a:outerShdw algn="bl" rotWithShape="0">
              <a:srgbClr val="0B1F3A">
                <a:alpha val="0"/>
              </a:srgbClr>
            </a:outerShdw>
          </a:effectLst>
        </p:spPr>
        <p:txBody>
          <a:bodyPr xmlns:a="http://schemas.openxmlformats.org/drawingml/2006/main"/>
          <a:lstStyle xmlns:a="http://schemas.openxmlformats.org/drawingml/2006/main"/>
          <a:p xmlns:a="http://schemas.openxmlformats.org/drawingml/2006/main">
            <a:endParaRPr/>
          </a:p>
        </p:txBody>
      </p:sp>
      <p:pic>
        <p:nvPicPr>
          <p:cNvPr id="93" name="Image 0"/>
          <p:cNvPicPr>
            <a:picLocks xmlns:a="http://schemas.openxmlformats.org/drawingml/2006/main" noChangeAspect="1"/>
          </p:cNvPicPr>
          <p:nvPr/>
        </p:nvPicPr>
        <p:blipFill>
          <a:blip xmlns:r="http://schemas.openxmlformats.org/officeDocument/2006/relationships" xmlns:a="http://schemas.openxmlformats.org/drawingml/2006/main" r:embed="R47aa0b9c2faa4750"/>
          <a:stretch xmlns:a="http://schemas.openxmlformats.org/drawingml/2006/main">
            <a:fillRect l="0" t="0" r="0" b="0"/>
          </a:stretch>
        </p:blipFill>
        <p:spPr>
          <a:xfrm xmlns:a="http://schemas.openxmlformats.org/drawingml/2006/main">
            <a:off x="6528816" y="1289304"/>
            <a:ext cx="1993392" cy="4313905"/>
          </a:xfrm>
          <a:prstGeom xmlns:a="http://schemas.openxmlformats.org/drawingml/2006/main" prst="rect">
            <a:avLst/>
          </a:prstGeom>
        </p:spPr>
      </p:pic>
      <p:sp>
        <p:nvSpPr>
          <p:cNvPr id="45" name="Shape 42">
            <a:extLst xmlns:a="http://schemas.openxmlformats.org/drawingml/2006/main">
              <a:ext uri="{FF2B5EF4-FFF2-40B4-BE49-F238E27FC236}">
                <a16:creationId xmlns:a16="http://schemas.microsoft.com/office/drawing/2014/main" id="{F040A39C-70A6-4D8A-993D-FC42C1BD6D0D}"/>
              </a:ext>
            </a:extLst>
          </p:cNvPr>
          <p:cNvSpPr>
            <a:spLocks xmlns:a="http://schemas.openxmlformats.org/drawingml/2006/main" noGrp="1"/>
          </p:cNvSpPr>
          <p:nvPr/>
        </p:nvSpPr>
        <p:spPr>
          <a:xfrm xmlns:a="http://schemas.openxmlformats.org/drawingml/2006/main">
            <a:off x="6318504" y="5715000"/>
            <a:ext cx="2414016" cy="274320"/>
          </a:xfrm>
          <a:prstGeom xmlns:a="http://schemas.openxmlformats.org/drawingml/2006/main" prst="roundRect">
            <a:avLst>
              <a:gd name="adj" fmla="val 26667"/>
            </a:avLst>
          </a:prstGeom>
          <a:solidFill xmlns:a="http://schemas.openxmlformats.org/drawingml/2006/main">
            <a:srgbClr val="EAF2FF"/>
          </a:solidFill>
          <a:ln xmlns:a="http://schemas.openxmlformats.org/drawingml/2006/main" w="12700">
            <a:solidFill>
              <a:srgbClr val="EAF2FF"/>
            </a:solidFill>
            <a:prstDash val="solid"/>
          </a:ln>
        </p:spPr>
        <p:txBody>
          <a:bodyPr xmlns:a="http://schemas.openxmlformats.org/drawingml/2006/main"/>
          <a:lstStyle xmlns:a="http://schemas.openxmlformats.org/drawingml/2006/main"/>
          <a:p xmlns:a="http://schemas.openxmlformats.org/drawingml/2006/main">
            <a:endParaRPr/>
          </a:p>
        </p:txBody>
      </p:sp>
      <p:sp>
        <p:nvSpPr>
          <p:cNvPr id="46" name="Text 43">
            <a:extLst xmlns:a="http://schemas.openxmlformats.org/drawingml/2006/main">
              <a:ext uri="{FF2B5EF4-FFF2-40B4-BE49-F238E27FC236}">
                <a16:creationId xmlns:a16="http://schemas.microsoft.com/office/drawing/2014/main" id="{B0F4EB17-3489-445F-A29F-536295D455CC}"/>
              </a:ext>
            </a:extLst>
          </p:cNvPr>
          <p:cNvSpPr>
            <a:spLocks xmlns:a="http://schemas.openxmlformats.org/drawingml/2006/main" noGrp="1"/>
          </p:cNvSpPr>
          <p:nvPr/>
        </p:nvSpPr>
        <p:spPr>
          <a:xfrm xmlns:a="http://schemas.openxmlformats.org/drawingml/2006/main">
            <a:off x="6391656" y="5724144"/>
            <a:ext cx="226771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40" b="1">
                <a:solidFill>
                  <a:srgbClr val="0F5AC7"/>
                </a:solidFill>
                <a:latin typeface="NanumGothic"/>
                <a:ea typeface="NanumGothic"/>
                <a:cs typeface="NanumGothic"/>
              </a:rPr>
              <a:t>대표 범위 · 충남 서북부→부산신항</a:t>
            </a:r>
            <a:endParaRPr sz="840"/>
          </a:p>
        </p:txBody>
      </p:sp>
      <p:sp>
        <p:nvSpPr>
          <p:cNvPr id="47" name="Shape 44">
            <a:extLst xmlns:a="http://schemas.openxmlformats.org/drawingml/2006/main">
              <a:ext uri="{FF2B5EF4-FFF2-40B4-BE49-F238E27FC236}">
                <a16:creationId xmlns:a16="http://schemas.microsoft.com/office/drawing/2014/main" id="{3CAE7394-299D-4EB3-96BC-9E5A3C789A1B}"/>
              </a:ext>
            </a:extLst>
          </p:cNvPr>
          <p:cNvSpPr>
            <a:spLocks xmlns:a="http://schemas.openxmlformats.org/drawingml/2006/main" noGrp="1"/>
          </p:cNvSpPr>
          <p:nvPr/>
        </p:nvSpPr>
        <p:spPr>
          <a:xfrm xmlns:a="http://schemas.openxmlformats.org/drawingml/2006/main">
            <a:off x="475488" y="6437376"/>
            <a:ext cx="8193024" cy="0"/>
          </a:xfrm>
          <a:prstGeom xmlns:a="http://schemas.openxmlformats.org/drawingml/2006/main" prst="line">
            <a:avLst/>
          </a:prstGeom>
          <a:noFill xmlns:a="http://schemas.openxmlformats.org/drawingml/2006/main"/>
          <a:ln xmlns:a="http://schemas.openxmlformats.org/drawingml/2006/main" w="8890">
            <a:solidFill>
              <a:srgbClr val="D7DFEA"/>
            </a:solidFill>
            <a:prstDash val="solid"/>
          </a:ln>
        </p:spPr>
        <p:txBody>
          <a:bodyPr xmlns:a="http://schemas.openxmlformats.org/drawingml/2006/main"/>
          <a:lstStyle xmlns:a="http://schemas.openxmlformats.org/drawingml/2006/main"/>
          <a:p xmlns:a="http://schemas.openxmlformats.org/drawingml/2006/main">
            <a:endParaRPr/>
          </a:p>
        </p:txBody>
      </p:sp>
      <p:sp>
        <p:nvSpPr>
          <p:cNvPr id="48" name="Text 45">
            <a:extLst xmlns:a="http://schemas.openxmlformats.org/drawingml/2006/main">
              <a:ext uri="{FF2B5EF4-FFF2-40B4-BE49-F238E27FC236}">
                <a16:creationId xmlns:a16="http://schemas.microsoft.com/office/drawing/2014/main" id="{4A2BB424-DEE3-4928-85EC-048FFC738AC7}"/>
              </a:ext>
            </a:extLst>
          </p:cNvPr>
          <p:cNvSpPr>
            <a:spLocks xmlns:a="http://schemas.openxmlformats.org/drawingml/2006/main" noGrp="1"/>
          </p:cNvSpPr>
          <p:nvPr/>
        </p:nvSpPr>
        <p:spPr>
          <a:xfrm xmlns:a="http://schemas.openxmlformats.org/drawingml/2006/main">
            <a:off x="475488" y="6492240"/>
            <a:ext cx="388620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50">
                <a:solidFill>
                  <a:srgbClr val="667085"/>
                </a:solidFill>
                <a:latin typeface="NanumGothic"/>
                <a:ea typeface="NanumGothic"/>
                <a:cs typeface="NanumGothic"/>
              </a:rPr>
              <a:t>MOVE AI CHALLENGE 2026 · 레일물류 AI</a:t>
            </a:r>
            <a:endParaRPr sz="750"/>
          </a:p>
        </p:txBody>
      </p:sp>
      <p:sp>
        <p:nvSpPr>
          <p:cNvPr id="49" name="Text 46">
            <a:extLst xmlns:a="http://schemas.openxmlformats.org/drawingml/2006/main">
              <a:ext uri="{FF2B5EF4-FFF2-40B4-BE49-F238E27FC236}">
                <a16:creationId xmlns:a16="http://schemas.microsoft.com/office/drawing/2014/main" id="{5B11AA6C-759E-4F05-9C17-F118B1AD8CAD}"/>
              </a:ext>
            </a:extLst>
          </p:cNvPr>
          <p:cNvSpPr>
            <a:spLocks xmlns:a="http://schemas.openxmlformats.org/drawingml/2006/main" noGrp="1"/>
          </p:cNvSpPr>
          <p:nvPr/>
        </p:nvSpPr>
        <p:spPr>
          <a:xfrm xmlns:a="http://schemas.openxmlformats.org/drawingml/2006/main">
            <a:off x="8229600" y="6492240"/>
            <a:ext cx="4114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750" b="1">
                <a:solidFill>
                  <a:srgbClr val="667085"/>
                </a:solidFill>
                <a:latin typeface="NanumGothic"/>
                <a:ea typeface="NanumGothic"/>
                <a:cs typeface="NanumGothic"/>
              </a:rPr>
              <a:t>05</a:t>
            </a:r>
            <a:endParaRPr sz="750"/>
          </a:p>
        </p:txBody>
      </p:sp>
    </p:spTree>
    <p:extLst>
      <p:ext uri="{BB962C8B-B14F-4D97-AF65-F5344CB8AC3E}">
        <p14:creationId xmlns:p14="http://schemas.microsoft.com/office/powerpoint/2010/main" val="38849529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2DE4E0E-FFA5-43A0-BEE2-DA753D840D03}"/>
              </a:ext>
            </a:extLst>
          </p:cNvPr>
          <p:cNvSpPr>
            <a:spLocks xmlns:a="http://schemas.openxmlformats.org/drawingml/2006/main" noGrp="1"/>
          </p:cNvSpPr>
          <p:nvPr/>
        </p:nvSpPr>
        <p:spPr>
          <a:xfrm xmlns:a="http://schemas.openxmlformats.org/drawingml/2006/main">
            <a:off x="475488" y="347472"/>
            <a:ext cx="502920" cy="274320"/>
          </a:xfrm>
          <a:prstGeom xmlns:a="http://schemas.openxmlformats.org/drawingml/2006/main" prst="roundRect">
            <a:avLst>
              <a:gd name="adj" fmla="val 26667"/>
            </a:avLst>
          </a:prstGeom>
          <a:solidFill xmlns:a="http://schemas.openxmlformats.org/drawingml/2006/main">
            <a:srgbClr val="0B1F3A"/>
          </a:solidFill>
          <a:ln xmlns:a="http://schemas.openxmlformats.org/drawingml/2006/main" w="12700">
            <a:solidFill>
              <a:srgbClr val="0B1F3A"/>
            </a:solidFill>
            <a:prstDash val="solid"/>
          </a:ln>
        </p:spPr>
      </p:sp>
      <p:sp>
        <p:nvSpPr>
          <p:cNvPr id="3" name="Text 1">
            <a:extLst xmlns:a="http://schemas.openxmlformats.org/drawingml/2006/main">
              <a:ext uri="{FF2B5EF4-FFF2-40B4-BE49-F238E27FC236}">
                <a16:creationId xmlns:a16="http://schemas.microsoft.com/office/drawing/2014/main" id="{3C7EDCFA-9BCA-47F8-A424-3631DACDDCD2}"/>
              </a:ext>
            </a:extLst>
          </p:cNvPr>
          <p:cNvSpPr>
            <a:spLocks xmlns:a="http://schemas.openxmlformats.org/drawingml/2006/main" noGrp="1"/>
          </p:cNvSpPr>
          <p:nvPr/>
        </p:nvSpPr>
        <p:spPr>
          <a:xfrm xmlns:a="http://schemas.openxmlformats.org/drawingml/2006/main">
            <a:off x="548640" y="356616"/>
            <a:ext cx="3566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750" b="1">
                <a:solidFill>
                  <a:srgbClr val="FFFFFF"/>
                </a:solidFill>
                <a:latin typeface="NanumGothic"/>
                <a:ea typeface="NanumGothic"/>
                <a:cs typeface="NanumGothic"/>
              </a:rPr>
              <a:t>04</a:t>
            </a:r>
            <a:endParaRPr sz="1000"/>
          </a:p>
        </p:txBody>
      </p:sp>
      <p:sp>
        <p:nvSpPr>
          <p:cNvPr id="4" name="Text 2">
            <a:extLst xmlns:a="http://schemas.openxmlformats.org/drawingml/2006/main">
              <a:ext uri="{FF2B5EF4-FFF2-40B4-BE49-F238E27FC236}">
                <a16:creationId xmlns:a16="http://schemas.microsoft.com/office/drawing/2014/main" id="{B0ECE257-32B5-482B-B7C6-52A32F19FA21}"/>
              </a:ext>
            </a:extLst>
          </p:cNvPr>
          <p:cNvSpPr>
            <a:spLocks xmlns:a="http://schemas.openxmlformats.org/drawingml/2006/main" noGrp="1"/>
          </p:cNvSpPr>
          <p:nvPr/>
        </p:nvSpPr>
        <p:spPr>
          <a:xfrm xmlns:a="http://schemas.openxmlformats.org/drawingml/2006/main">
            <a:off x="1133856" y="274320"/>
            <a:ext cx="71780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400" b="1">
                <a:solidFill>
                  <a:srgbClr val="0B1F3A"/>
                </a:solidFill>
                <a:latin typeface="NanumGothic"/>
                <a:ea typeface="NanumGothic"/>
                <a:cs typeface="NanumGothic"/>
              </a:rPr>
              <a:t>서비스 구성도</a:t>
            </a:r>
            <a:endParaRPr sz="2400"/>
          </a:p>
        </p:txBody>
      </p:sp>
      <p:sp>
        <p:nvSpPr>
          <p:cNvPr id="5" name="Text 3">
            <a:extLst xmlns:a="http://schemas.openxmlformats.org/drawingml/2006/main">
              <a:ext uri="{FF2B5EF4-FFF2-40B4-BE49-F238E27FC236}">
                <a16:creationId xmlns:a16="http://schemas.microsoft.com/office/drawing/2014/main" id="{8AD34972-51C1-4BDF-83B1-BCFC03964498}"/>
              </a:ext>
            </a:extLst>
          </p:cNvPr>
          <p:cNvSpPr>
            <a:spLocks xmlns:a="http://schemas.openxmlformats.org/drawingml/2006/main" noGrp="1"/>
          </p:cNvSpPr>
          <p:nvPr/>
        </p:nvSpPr>
        <p:spPr>
          <a:xfrm xmlns:a="http://schemas.openxmlformats.org/drawingml/2006/main">
            <a:off x="1143000" y="740664"/>
            <a:ext cx="7360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25">
                <a:solidFill>
                  <a:srgbClr val="667085"/>
                </a:solidFill>
                <a:latin typeface="NanumGothic"/>
                <a:ea typeface="NanumGothic"/>
                <a:cs typeface="NanumGothic"/>
              </a:rPr>
              <a:t>입력·추출·판정·공동수송·검토를 계층별로 분리하고, API·DB·SSE로 상태와 근거를 끝까지 추적합니다.</a:t>
            </a:r>
            <a:endParaRPr sz="950"/>
          </a:p>
        </p:txBody>
      </p:sp>
      <p:sp>
        <p:nvSpPr>
          <p:cNvPr id="6" name="Shape 4">
            <a:extLst xmlns:a="http://schemas.openxmlformats.org/drawingml/2006/main">
              <a:ext uri="{FF2B5EF4-FFF2-40B4-BE49-F238E27FC236}">
                <a16:creationId xmlns:a16="http://schemas.microsoft.com/office/drawing/2014/main" id="{D5C0D861-7849-49AD-B8CA-A6DC6F837BB1}"/>
              </a:ext>
            </a:extLst>
          </p:cNvPr>
          <p:cNvSpPr>
            <a:spLocks xmlns:a="http://schemas.openxmlformats.org/drawingml/2006/main" noGrp="1"/>
          </p:cNvSpPr>
          <p:nvPr/>
        </p:nvSpPr>
        <p:spPr>
          <a:xfrm xmlns:a="http://schemas.openxmlformats.org/drawingml/2006/main">
            <a:off x="475488" y="1078992"/>
            <a:ext cx="8193024" cy="0"/>
          </a:xfrm>
          <a:prstGeom xmlns:a="http://schemas.openxmlformats.org/drawingml/2006/main" prst="line">
            <a:avLst/>
          </a:prstGeom>
          <a:noFill xmlns:a="http://schemas.openxmlformats.org/drawingml/2006/main"/>
          <a:ln xmlns:a="http://schemas.openxmlformats.org/drawingml/2006/main" w="13970">
            <a:solidFill>
              <a:srgbClr val="D7DFEA"/>
            </a:solidFill>
            <a:prstDash val="solid"/>
          </a:ln>
        </p:spPr>
      </p:sp>
      <p:sp>
        <p:nvSpPr>
          <p:cNvPr id="7" name="Shape 5">
            <a:extLst xmlns:a="http://schemas.openxmlformats.org/drawingml/2006/main">
              <a:ext uri="{FF2B5EF4-FFF2-40B4-BE49-F238E27FC236}">
                <a16:creationId xmlns:a16="http://schemas.microsoft.com/office/drawing/2014/main" id="{A0A355A2-49FC-43C9-8DD9-5EBBF5C9D49D}"/>
              </a:ext>
            </a:extLst>
          </p:cNvPr>
          <p:cNvSpPr>
            <a:spLocks xmlns:a="http://schemas.openxmlformats.org/drawingml/2006/main" noGrp="1"/>
          </p:cNvSpPr>
          <p:nvPr/>
        </p:nvSpPr>
        <p:spPr>
          <a:xfrm xmlns:a="http://schemas.openxmlformats.org/drawingml/2006/main">
            <a:off x="530352" y="1481328"/>
            <a:ext cx="1225296" cy="1078992"/>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4605">
            <a:solidFill>
              <a:srgbClr val="D7DFEA"/>
            </a:solidFill>
            <a:prstDash val="solid"/>
          </a:ln>
        </p:spPr>
      </p:sp>
      <p:sp>
        <p:nvSpPr>
          <p:cNvPr id="8" name="Text 6">
            <a:extLst xmlns:a="http://schemas.openxmlformats.org/drawingml/2006/main">
              <a:ext uri="{FF2B5EF4-FFF2-40B4-BE49-F238E27FC236}">
                <a16:creationId xmlns:a16="http://schemas.microsoft.com/office/drawing/2014/main" id="{E76507CC-79E6-4677-BA19-6A137B6FA3AA}"/>
              </a:ext>
            </a:extLst>
          </p:cNvPr>
          <p:cNvSpPr>
            <a:spLocks xmlns:a="http://schemas.openxmlformats.org/drawingml/2006/main" noGrp="1"/>
          </p:cNvSpPr>
          <p:nvPr/>
        </p:nvSpPr>
        <p:spPr>
          <a:xfrm xmlns:a="http://schemas.openxmlformats.org/drawingml/2006/main">
            <a:off x="640080" y="1627632"/>
            <a:ext cx="1005840" cy="2468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100" b="1">
                <a:solidFill>
                  <a:srgbClr val="0B1F3A"/>
                </a:solidFill>
                <a:latin typeface="NanumGothic"/>
                <a:ea typeface="NanumGothic"/>
                <a:cs typeface="NanumGothic"/>
              </a:rPr>
              <a:t>화주</a:t>
            </a:r>
            <a:endParaRPr sz="1100"/>
          </a:p>
        </p:txBody>
      </p:sp>
      <p:sp>
        <p:nvSpPr>
          <p:cNvPr id="9" name="Text 7">
            <a:extLst xmlns:a="http://schemas.openxmlformats.org/drawingml/2006/main">
              <a:ext uri="{FF2B5EF4-FFF2-40B4-BE49-F238E27FC236}">
                <a16:creationId xmlns:a16="http://schemas.microsoft.com/office/drawing/2014/main" id="{DFBEFE93-E5F2-45A2-A83A-06571F87123D}"/>
              </a:ext>
            </a:extLst>
          </p:cNvPr>
          <p:cNvSpPr>
            <a:spLocks xmlns:a="http://schemas.openxmlformats.org/drawingml/2006/main" noGrp="1"/>
          </p:cNvSpPr>
          <p:nvPr/>
        </p:nvSpPr>
        <p:spPr>
          <a:xfrm xmlns:a="http://schemas.openxmlformats.org/drawingml/2006/main">
            <a:off x="640080" y="1956816"/>
            <a:ext cx="100584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900">
                <a:solidFill>
                  <a:srgbClr val="667085"/>
                </a:solidFill>
                <a:latin typeface="NanumGothic"/>
                <a:ea typeface="NanumGothic"/>
                <a:cs typeface="NanumGothic"/>
              </a:rPr>
              <a:t>음성·직접 입력</a:t>
            </a:r>
            <a:endParaRPr sz="830"/>
          </a:p>
          <a:p xmlns:a="http://schemas.openxmlformats.org/drawingml/2006/main">
            <a:pPr marL="0" indent="0" algn="ctr">
              <a:buNone/>
            </a:pPr>
            <a:r>
              <a:rPr sz="900">
                <a:solidFill>
                  <a:srgbClr val="667085"/>
                </a:solidFill>
                <a:latin typeface="NanumGothic"/>
                <a:ea typeface="NanumGothic"/>
                <a:cs typeface="NanumGothic"/>
              </a:rPr>
              <a:t>수락·거절 결정</a:t>
            </a:r>
            <a:endParaRPr sz="830"/>
          </a:p>
        </p:txBody>
      </p:sp>
      <p:sp>
        <p:nvSpPr>
          <p:cNvPr id="10" name="Shape 8">
            <a:extLst xmlns:a="http://schemas.openxmlformats.org/drawingml/2006/main">
              <a:ext uri="{FF2B5EF4-FFF2-40B4-BE49-F238E27FC236}">
                <a16:creationId xmlns:a16="http://schemas.microsoft.com/office/drawing/2014/main" id="{C8824A1D-0ACB-42B5-84F0-A6961703559E}"/>
              </a:ext>
            </a:extLst>
          </p:cNvPr>
          <p:cNvSpPr>
            <a:spLocks xmlns:a="http://schemas.openxmlformats.org/drawingml/2006/main" noGrp="1"/>
          </p:cNvSpPr>
          <p:nvPr/>
        </p:nvSpPr>
        <p:spPr>
          <a:xfrm xmlns:a="http://schemas.openxmlformats.org/drawingml/2006/main">
            <a:off x="1801368" y="2011680"/>
            <a:ext cx="146304" cy="0"/>
          </a:xfrm>
          <a:prstGeom xmlns:a="http://schemas.openxmlformats.org/drawingml/2006/main" prst="line">
            <a:avLst/>
          </a:prstGeom>
          <a:noFill xmlns:a="http://schemas.openxmlformats.org/drawingml/2006/main"/>
          <a:ln xmlns:a="http://schemas.openxmlformats.org/drawingml/2006/main" w="19050">
            <a:solidFill>
              <a:srgbClr val="1769FF"/>
            </a:solidFill>
            <a:prstDash val="solid"/>
            <a:tailEnd type="triangle"/>
          </a:ln>
        </p:spPr>
      </p:sp>
      <p:sp>
        <p:nvSpPr>
          <p:cNvPr id="11" name="Shape 9">
            <a:extLst xmlns:a="http://schemas.openxmlformats.org/drawingml/2006/main">
              <a:ext uri="{FF2B5EF4-FFF2-40B4-BE49-F238E27FC236}">
                <a16:creationId xmlns:a16="http://schemas.microsoft.com/office/drawing/2014/main" id="{4B477E9D-555E-480B-B303-F5E4F41B041D}"/>
              </a:ext>
            </a:extLst>
          </p:cNvPr>
          <p:cNvSpPr>
            <a:spLocks xmlns:a="http://schemas.openxmlformats.org/drawingml/2006/main" noGrp="1"/>
          </p:cNvSpPr>
          <p:nvPr/>
        </p:nvSpPr>
        <p:spPr>
          <a:xfrm xmlns:a="http://schemas.openxmlformats.org/drawingml/2006/main">
            <a:off x="1993392" y="1481328"/>
            <a:ext cx="1389888" cy="1078992"/>
          </a:xfrm>
          <a:prstGeom xmlns:a="http://schemas.openxmlformats.org/drawingml/2006/main" prst="roundRect">
            <a:avLst>
              <a:gd name="adj" fmla="val 6780"/>
            </a:avLst>
          </a:prstGeom>
          <a:solidFill xmlns:a="http://schemas.openxmlformats.org/drawingml/2006/main">
            <a:srgbClr val="EAF2FF"/>
          </a:solidFill>
          <a:ln xmlns:a="http://schemas.openxmlformats.org/drawingml/2006/main" w="14605">
            <a:solidFill>
              <a:srgbClr val="1769FF"/>
            </a:solidFill>
            <a:prstDash val="solid"/>
          </a:ln>
          <a:effectLst xmlns:a="http://schemas.openxmlformats.org/drawingml/2006/main">
            <a:outerShdw algn="bl" rotWithShape="0">
              <a:srgbClr val="0B1F3A">
                <a:alpha val="0"/>
              </a:srgbClr>
            </a:outerShdw>
          </a:effectLst>
        </p:spPr>
      </p:sp>
      <p:sp>
        <p:nvSpPr>
          <p:cNvPr id="12" name="Text 10">
            <a:extLst xmlns:a="http://schemas.openxmlformats.org/drawingml/2006/main">
              <a:ext uri="{FF2B5EF4-FFF2-40B4-BE49-F238E27FC236}">
                <a16:creationId xmlns:a16="http://schemas.microsoft.com/office/drawing/2014/main" id="{75B17570-ED6B-4B36-8550-B5AA00D77D2B}"/>
              </a:ext>
            </a:extLst>
          </p:cNvPr>
          <p:cNvSpPr>
            <a:spLocks xmlns:a="http://schemas.openxmlformats.org/drawingml/2006/main" noGrp="1"/>
          </p:cNvSpPr>
          <p:nvPr/>
        </p:nvSpPr>
        <p:spPr>
          <a:xfrm xmlns:a="http://schemas.openxmlformats.org/drawingml/2006/main">
            <a:off x="2103120" y="1627632"/>
            <a:ext cx="1170432" cy="2468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100" b="1">
                <a:solidFill>
                  <a:srgbClr val="0B1F3A"/>
                </a:solidFill>
                <a:latin typeface="NanumGothic"/>
                <a:ea typeface="NanumGothic"/>
                <a:cs typeface="NanumGothic"/>
              </a:rPr>
              <a:t>레일물류 AI UI</a:t>
            </a:r>
            <a:endParaRPr sz="1100"/>
          </a:p>
        </p:txBody>
      </p:sp>
      <p:sp>
        <p:nvSpPr>
          <p:cNvPr id="13" name="Text 11">
            <a:extLst xmlns:a="http://schemas.openxmlformats.org/drawingml/2006/main">
              <a:ext uri="{FF2B5EF4-FFF2-40B4-BE49-F238E27FC236}">
                <a16:creationId xmlns:a16="http://schemas.microsoft.com/office/drawing/2014/main" id="{F01B1D70-4012-4755-A91E-9182594126CC}"/>
              </a:ext>
            </a:extLst>
          </p:cNvPr>
          <p:cNvSpPr>
            <a:spLocks xmlns:a="http://schemas.openxmlformats.org/drawingml/2006/main" noGrp="1"/>
          </p:cNvSpPr>
          <p:nvPr/>
        </p:nvSpPr>
        <p:spPr>
          <a:xfrm xmlns:a="http://schemas.openxmlformats.org/drawingml/2006/main">
            <a:off x="2103120" y="1956816"/>
            <a:ext cx="1170432"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900">
                <a:solidFill>
                  <a:srgbClr val="667085"/>
                </a:solidFill>
                <a:latin typeface="NanumGothic"/>
                <a:ea typeface="NanumGothic"/>
                <a:cs typeface="NanumGothic"/>
              </a:rPr>
              <a:t>React 19 · Vite 7</a:t>
            </a:r>
            <a:endParaRPr sz="830"/>
          </a:p>
          <a:p xmlns:a="http://schemas.openxmlformats.org/drawingml/2006/main">
            <a:pPr marL="0" indent="0" algn="ctr">
              <a:buNone/>
            </a:pPr>
            <a:r>
              <a:rPr sz="900">
                <a:solidFill>
                  <a:srgbClr val="667085"/>
                </a:solidFill>
                <a:latin typeface="NanumGothic"/>
                <a:ea typeface="NanumGothic"/>
                <a:cs typeface="NanumGothic"/>
              </a:rPr>
              <a:t>390/320px · 접근성</a:t>
            </a:r>
            <a:endParaRPr sz="830"/>
          </a:p>
        </p:txBody>
      </p:sp>
      <p:sp>
        <p:nvSpPr>
          <p:cNvPr id="14" name="Shape 12">
            <a:extLst xmlns:a="http://schemas.openxmlformats.org/drawingml/2006/main">
              <a:ext uri="{FF2B5EF4-FFF2-40B4-BE49-F238E27FC236}">
                <a16:creationId xmlns:a16="http://schemas.microsoft.com/office/drawing/2014/main" id="{F20B01E0-871D-4582-9083-E77A338945A4}"/>
              </a:ext>
            </a:extLst>
          </p:cNvPr>
          <p:cNvSpPr>
            <a:spLocks xmlns:a="http://schemas.openxmlformats.org/drawingml/2006/main" noGrp="1"/>
          </p:cNvSpPr>
          <p:nvPr/>
        </p:nvSpPr>
        <p:spPr>
          <a:xfrm xmlns:a="http://schemas.openxmlformats.org/drawingml/2006/main">
            <a:off x="3429000" y="2011680"/>
            <a:ext cx="219456" cy="0"/>
          </a:xfrm>
          <a:prstGeom xmlns:a="http://schemas.openxmlformats.org/drawingml/2006/main" prst="line">
            <a:avLst/>
          </a:prstGeom>
          <a:noFill xmlns:a="http://schemas.openxmlformats.org/drawingml/2006/main"/>
          <a:ln xmlns:a="http://schemas.openxmlformats.org/drawingml/2006/main" w="19050">
            <a:solidFill>
              <a:srgbClr val="1769FF"/>
            </a:solidFill>
            <a:prstDash val="solid"/>
            <a:tailEnd type="triangle"/>
          </a:ln>
        </p:spPr>
      </p:sp>
      <p:sp>
        <p:nvSpPr>
          <p:cNvPr id="15" name="Shape 13">
            <a:extLst xmlns:a="http://schemas.openxmlformats.org/drawingml/2006/main">
              <a:ext uri="{FF2B5EF4-FFF2-40B4-BE49-F238E27FC236}">
                <a16:creationId xmlns:a16="http://schemas.microsoft.com/office/drawing/2014/main" id="{D00B7989-C8CA-4AE1-AB8E-4335F3D6D0A1}"/>
              </a:ext>
            </a:extLst>
          </p:cNvPr>
          <p:cNvSpPr>
            <a:spLocks xmlns:a="http://schemas.openxmlformats.org/drawingml/2006/main" noGrp="1"/>
          </p:cNvSpPr>
          <p:nvPr/>
        </p:nvSpPr>
        <p:spPr>
          <a:xfrm xmlns:a="http://schemas.openxmlformats.org/drawingml/2006/main">
            <a:off x="3694176" y="1481328"/>
            <a:ext cx="1591056" cy="1078992"/>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4605">
            <a:solidFill>
              <a:srgbClr val="1769FF"/>
            </a:solidFill>
            <a:prstDash val="solid"/>
          </a:ln>
        </p:spPr>
      </p:sp>
      <p:sp>
        <p:nvSpPr>
          <p:cNvPr id="16" name="Text 14">
            <a:extLst xmlns:a="http://schemas.openxmlformats.org/drawingml/2006/main">
              <a:ext uri="{FF2B5EF4-FFF2-40B4-BE49-F238E27FC236}">
                <a16:creationId xmlns:a16="http://schemas.microsoft.com/office/drawing/2014/main" id="{69F9F3CC-9233-4D3B-86A4-793E7AE4A695}"/>
              </a:ext>
            </a:extLst>
          </p:cNvPr>
          <p:cNvSpPr>
            <a:spLocks xmlns:a="http://schemas.openxmlformats.org/drawingml/2006/main" noGrp="1"/>
          </p:cNvSpPr>
          <p:nvPr/>
        </p:nvSpPr>
        <p:spPr>
          <a:xfrm xmlns:a="http://schemas.openxmlformats.org/drawingml/2006/main">
            <a:off x="3803904" y="1627632"/>
            <a:ext cx="1371600" cy="2468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100" b="1">
                <a:solidFill>
                  <a:srgbClr val="0B1F3A"/>
                </a:solidFill>
                <a:latin typeface="NanumGothic"/>
                <a:ea typeface="NanumGothic"/>
                <a:cs typeface="NanumGothic"/>
              </a:rPr>
              <a:t>서비스 API</a:t>
            </a:r>
            <a:endParaRPr sz="1100"/>
          </a:p>
        </p:txBody>
      </p:sp>
      <p:sp>
        <p:nvSpPr>
          <p:cNvPr id="17" name="Text 15">
            <a:extLst xmlns:a="http://schemas.openxmlformats.org/drawingml/2006/main">
              <a:ext uri="{FF2B5EF4-FFF2-40B4-BE49-F238E27FC236}">
                <a16:creationId xmlns:a16="http://schemas.microsoft.com/office/drawing/2014/main" id="{8209A915-2C3B-47EA-9EAB-8CB4D227A773}"/>
              </a:ext>
            </a:extLst>
          </p:cNvPr>
          <p:cNvSpPr>
            <a:spLocks xmlns:a="http://schemas.openxmlformats.org/drawingml/2006/main" noGrp="1"/>
          </p:cNvSpPr>
          <p:nvPr/>
        </p:nvSpPr>
        <p:spPr>
          <a:xfrm xmlns:a="http://schemas.openxmlformats.org/drawingml/2006/main">
            <a:off x="3803904" y="1956816"/>
            <a:ext cx="137160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900">
                <a:solidFill>
                  <a:srgbClr val="667085"/>
                </a:solidFill>
                <a:latin typeface="NanumGothic"/>
                <a:ea typeface="NanumGothic"/>
                <a:cs typeface="NanumGothic"/>
              </a:rPr>
              <a:t>Node 22 · Express 5</a:t>
            </a:r>
            <a:endParaRPr sz="830"/>
          </a:p>
          <a:p xmlns:a="http://schemas.openxmlformats.org/drawingml/2006/main">
            <a:pPr marL="0" indent="0" algn="ctr">
              <a:buNone/>
            </a:pPr>
            <a:r>
              <a:rPr sz="900">
                <a:solidFill>
                  <a:srgbClr val="667085"/>
                </a:solidFill>
                <a:latin typeface="NanumGothic"/>
                <a:ea typeface="NanumGothic"/>
                <a:cs typeface="NanumGothic"/>
              </a:rPr>
              <a:t>입력 검증·흐름 제어</a:t>
            </a:r>
            <a:endParaRPr sz="830"/>
          </a:p>
        </p:txBody>
      </p:sp>
      <p:sp>
        <p:nvSpPr>
          <p:cNvPr id="18" name="Shape 16">
            <a:extLst xmlns:a="http://schemas.openxmlformats.org/drawingml/2006/main">
              <a:ext uri="{FF2B5EF4-FFF2-40B4-BE49-F238E27FC236}">
                <a16:creationId xmlns:a16="http://schemas.microsoft.com/office/drawing/2014/main" id="{DA10C6EE-3C1F-4D05-9293-CD19A7A2C36F}"/>
              </a:ext>
            </a:extLst>
          </p:cNvPr>
          <p:cNvSpPr>
            <a:spLocks xmlns:a="http://schemas.openxmlformats.org/drawingml/2006/main" noGrp="1"/>
          </p:cNvSpPr>
          <p:nvPr/>
        </p:nvSpPr>
        <p:spPr>
          <a:xfrm xmlns:a="http://schemas.openxmlformats.org/drawingml/2006/main">
            <a:off x="5330952" y="2011680"/>
            <a:ext cx="219456" cy="0"/>
          </a:xfrm>
          <a:prstGeom xmlns:a="http://schemas.openxmlformats.org/drawingml/2006/main" prst="line">
            <a:avLst/>
          </a:prstGeom>
          <a:noFill xmlns:a="http://schemas.openxmlformats.org/drawingml/2006/main"/>
          <a:ln xmlns:a="http://schemas.openxmlformats.org/drawingml/2006/main" w="19050">
            <a:solidFill>
              <a:srgbClr val="1769FF"/>
            </a:solidFill>
            <a:prstDash val="solid"/>
            <a:tailEnd type="triangle"/>
          </a:ln>
        </p:spPr>
      </p:sp>
      <p:sp>
        <p:nvSpPr>
          <p:cNvPr id="19" name="Shape 17">
            <a:extLst xmlns:a="http://schemas.openxmlformats.org/drawingml/2006/main">
              <a:ext uri="{FF2B5EF4-FFF2-40B4-BE49-F238E27FC236}">
                <a16:creationId xmlns:a16="http://schemas.microsoft.com/office/drawing/2014/main" id="{C19BECDB-6B87-41E0-B9BA-89A43998D4A7}"/>
              </a:ext>
            </a:extLst>
          </p:cNvPr>
          <p:cNvSpPr>
            <a:spLocks xmlns:a="http://schemas.openxmlformats.org/drawingml/2006/main" noGrp="1"/>
          </p:cNvSpPr>
          <p:nvPr/>
        </p:nvSpPr>
        <p:spPr>
          <a:xfrm xmlns:a="http://schemas.openxmlformats.org/drawingml/2006/main">
            <a:off x="5596128" y="1481328"/>
            <a:ext cx="1389888" cy="1078992"/>
          </a:xfrm>
          <a:prstGeom xmlns:a="http://schemas.openxmlformats.org/drawingml/2006/main" prst="roundRect">
            <a:avLst>
              <a:gd name="adj" fmla="val 6780"/>
            </a:avLst>
          </a:prstGeom>
          <a:solidFill xmlns:a="http://schemas.openxmlformats.org/drawingml/2006/main">
            <a:srgbClr val="E8F8F1"/>
          </a:solidFill>
          <a:ln xmlns:a="http://schemas.openxmlformats.org/drawingml/2006/main" w="14605">
            <a:solidFill>
              <a:srgbClr val="39D98A"/>
            </a:solidFill>
            <a:prstDash val="solid"/>
          </a:ln>
        </p:spPr>
      </p:sp>
      <p:sp>
        <p:nvSpPr>
          <p:cNvPr id="20" name="Text 18">
            <a:extLst xmlns:a="http://schemas.openxmlformats.org/drawingml/2006/main">
              <a:ext uri="{FF2B5EF4-FFF2-40B4-BE49-F238E27FC236}">
                <a16:creationId xmlns:a16="http://schemas.microsoft.com/office/drawing/2014/main" id="{CAA4F78E-0D87-4CFF-8547-DEFD0E67B12A}"/>
              </a:ext>
            </a:extLst>
          </p:cNvPr>
          <p:cNvSpPr>
            <a:spLocks xmlns:a="http://schemas.openxmlformats.org/drawingml/2006/main" noGrp="1"/>
          </p:cNvSpPr>
          <p:nvPr/>
        </p:nvSpPr>
        <p:spPr>
          <a:xfrm xmlns:a="http://schemas.openxmlformats.org/drawingml/2006/main">
            <a:off x="5705856" y="1627632"/>
            <a:ext cx="1170432" cy="2468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100" b="1">
                <a:solidFill>
                  <a:srgbClr val="0B1F3A"/>
                </a:solidFill>
                <a:latin typeface="NanumGothic"/>
                <a:ea typeface="NanumGothic"/>
                <a:cs typeface="NanumGothic"/>
              </a:rPr>
              <a:t>판단 엔진</a:t>
            </a:r>
            <a:endParaRPr sz="1100"/>
          </a:p>
        </p:txBody>
      </p:sp>
      <p:sp>
        <p:nvSpPr>
          <p:cNvPr id="21" name="Text 19">
            <a:extLst xmlns:a="http://schemas.openxmlformats.org/drawingml/2006/main">
              <a:ext uri="{FF2B5EF4-FFF2-40B4-BE49-F238E27FC236}">
                <a16:creationId xmlns:a16="http://schemas.microsoft.com/office/drawing/2014/main" id="{D9A4B870-4646-4914-9930-92309B7121B5}"/>
              </a:ext>
            </a:extLst>
          </p:cNvPr>
          <p:cNvSpPr>
            <a:spLocks xmlns:a="http://schemas.openxmlformats.org/drawingml/2006/main" noGrp="1"/>
          </p:cNvSpPr>
          <p:nvPr/>
        </p:nvSpPr>
        <p:spPr>
          <a:xfrm xmlns:a="http://schemas.openxmlformats.org/drawingml/2006/main">
            <a:off x="5705856" y="1956816"/>
            <a:ext cx="1170432"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900">
                <a:solidFill>
                  <a:srgbClr val="667085"/>
                </a:solidFill>
                <a:latin typeface="NanumGothic"/>
                <a:ea typeface="NanumGothic"/>
                <a:cs typeface="NanumGothic"/>
              </a:rPr>
              <a:t>3단계 분기·7축 조정</a:t>
            </a:r>
            <a:endParaRPr sz="830"/>
          </a:p>
          <a:p xmlns:a="http://schemas.openxmlformats.org/drawingml/2006/main">
            <a:pPr marL="0" indent="0" algn="ctr">
              <a:buNone/>
            </a:pPr>
            <a:r>
              <a:rPr sz="900">
                <a:solidFill>
                  <a:srgbClr val="667085"/>
                </a:solidFill>
                <a:latin typeface="NanumGothic"/>
                <a:ea typeface="NanumGothic"/>
                <a:cs typeface="NanumGothic"/>
              </a:rPr>
              <a:t>D2D 비용·시간·탄소</a:t>
            </a:r>
            <a:endParaRPr sz="830"/>
          </a:p>
        </p:txBody>
      </p:sp>
      <p:sp>
        <p:nvSpPr>
          <p:cNvPr id="22" name="Shape 20">
            <a:extLst xmlns:a="http://schemas.openxmlformats.org/drawingml/2006/main">
              <a:ext uri="{FF2B5EF4-FFF2-40B4-BE49-F238E27FC236}">
                <a16:creationId xmlns:a16="http://schemas.microsoft.com/office/drawing/2014/main" id="{94DCA72B-A151-4EF7-8785-38233F1B0AD1}"/>
              </a:ext>
            </a:extLst>
          </p:cNvPr>
          <p:cNvSpPr>
            <a:spLocks xmlns:a="http://schemas.openxmlformats.org/drawingml/2006/main" noGrp="1"/>
          </p:cNvSpPr>
          <p:nvPr/>
        </p:nvSpPr>
        <p:spPr>
          <a:xfrm xmlns:a="http://schemas.openxmlformats.org/drawingml/2006/main">
            <a:off x="7031736" y="2011680"/>
            <a:ext cx="210312" cy="0"/>
          </a:xfrm>
          <a:prstGeom xmlns:a="http://schemas.openxmlformats.org/drawingml/2006/main" prst="line">
            <a:avLst/>
          </a:prstGeom>
          <a:noFill xmlns:a="http://schemas.openxmlformats.org/drawingml/2006/main"/>
          <a:ln xmlns:a="http://schemas.openxmlformats.org/drawingml/2006/main" w="19050">
            <a:solidFill>
              <a:srgbClr val="1769FF"/>
            </a:solidFill>
            <a:prstDash val="solid"/>
            <a:tailEnd type="triangle"/>
          </a:ln>
        </p:spPr>
      </p:sp>
      <p:sp>
        <p:nvSpPr>
          <p:cNvPr id="23" name="Shape 21">
            <a:extLst xmlns:a="http://schemas.openxmlformats.org/drawingml/2006/main">
              <a:ext uri="{FF2B5EF4-FFF2-40B4-BE49-F238E27FC236}">
                <a16:creationId xmlns:a16="http://schemas.microsoft.com/office/drawing/2014/main" id="{F8E50E26-8A83-4BF6-BD33-38A9C4F9803C}"/>
              </a:ext>
            </a:extLst>
          </p:cNvPr>
          <p:cNvSpPr>
            <a:spLocks xmlns:a="http://schemas.openxmlformats.org/drawingml/2006/main" noGrp="1"/>
          </p:cNvSpPr>
          <p:nvPr/>
        </p:nvSpPr>
        <p:spPr>
          <a:xfrm xmlns:a="http://schemas.openxmlformats.org/drawingml/2006/main">
            <a:off x="7287768" y="1481328"/>
            <a:ext cx="1353312" cy="1078992"/>
          </a:xfrm>
          <a:prstGeom xmlns:a="http://schemas.openxmlformats.org/drawingml/2006/main" prst="roundRect">
            <a:avLst>
              <a:gd name="adj" fmla="val 6780"/>
            </a:avLst>
          </a:prstGeom>
          <a:solidFill xmlns:a="http://schemas.openxmlformats.org/drawingml/2006/main">
            <a:srgbClr val="EAF2FF"/>
          </a:solidFill>
          <a:ln xmlns:a="http://schemas.openxmlformats.org/drawingml/2006/main" w="14605">
            <a:solidFill>
              <a:srgbClr val="1769FF"/>
            </a:solidFill>
            <a:prstDash val="solid"/>
          </a:ln>
        </p:spPr>
      </p:sp>
      <p:sp>
        <p:nvSpPr>
          <p:cNvPr id="24" name="Text 22">
            <a:extLst xmlns:a="http://schemas.openxmlformats.org/drawingml/2006/main">
              <a:ext uri="{FF2B5EF4-FFF2-40B4-BE49-F238E27FC236}">
                <a16:creationId xmlns:a16="http://schemas.microsoft.com/office/drawing/2014/main" id="{6CD70FFE-DDB1-4DE4-A93B-39380680F435}"/>
              </a:ext>
            </a:extLst>
          </p:cNvPr>
          <p:cNvSpPr>
            <a:spLocks xmlns:a="http://schemas.openxmlformats.org/drawingml/2006/main" noGrp="1"/>
          </p:cNvSpPr>
          <p:nvPr/>
        </p:nvSpPr>
        <p:spPr>
          <a:xfrm xmlns:a="http://schemas.openxmlformats.org/drawingml/2006/main">
            <a:off x="7397496" y="1627632"/>
            <a:ext cx="1133856" cy="2468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100" b="1">
                <a:solidFill>
                  <a:srgbClr val="0B1F3A"/>
                </a:solidFill>
                <a:latin typeface="NanumGothic"/>
                <a:ea typeface="NanumGothic"/>
                <a:cs typeface="NanumGothic"/>
              </a:rPr>
              <a:t>AI 추출</a:t>
            </a:r>
            <a:endParaRPr sz="1100"/>
          </a:p>
        </p:txBody>
      </p:sp>
      <p:sp>
        <p:nvSpPr>
          <p:cNvPr id="25" name="Text 23">
            <a:extLst xmlns:a="http://schemas.openxmlformats.org/drawingml/2006/main">
              <a:ext uri="{FF2B5EF4-FFF2-40B4-BE49-F238E27FC236}">
                <a16:creationId xmlns:a16="http://schemas.microsoft.com/office/drawing/2014/main" id="{0862CF5D-11C8-4820-A202-E6771AF19767}"/>
              </a:ext>
            </a:extLst>
          </p:cNvPr>
          <p:cNvSpPr>
            <a:spLocks xmlns:a="http://schemas.openxmlformats.org/drawingml/2006/main" noGrp="1"/>
          </p:cNvSpPr>
          <p:nvPr/>
        </p:nvSpPr>
        <p:spPr>
          <a:xfrm xmlns:a="http://schemas.openxmlformats.org/drawingml/2006/main">
            <a:off x="7397496" y="1956816"/>
            <a:ext cx="1133856"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900">
                <a:solidFill>
                  <a:srgbClr val="667085"/>
                </a:solidFill>
                <a:latin typeface="NanumGothic"/>
                <a:ea typeface="NanumGothic"/>
                <a:cs typeface="NanumGothic"/>
              </a:rPr>
              <a:t>gpt-5.6-sol</a:t>
            </a:r>
            <a:endParaRPr sz="830"/>
          </a:p>
          <a:p xmlns:a="http://schemas.openxmlformats.org/drawingml/2006/main">
            <a:pPr marL="0" indent="0" algn="ctr">
              <a:buNone/>
            </a:pPr>
            <a:r>
              <a:rPr sz="900">
                <a:solidFill>
                  <a:srgbClr val="667085"/>
                </a:solidFill>
                <a:latin typeface="NanumGothic"/>
                <a:ea typeface="NanumGothic"/>
                <a:cs typeface="NanumGothic"/>
              </a:rPr>
              <a:t>허용 10필드 JSON 추출</a:t>
            </a:r>
            <a:endParaRPr sz="830"/>
          </a:p>
        </p:txBody>
      </p:sp>
      <p:sp>
        <p:nvSpPr>
          <p:cNvPr id="26" name="Shape 24">
            <a:extLst xmlns:a="http://schemas.openxmlformats.org/drawingml/2006/main">
              <a:ext uri="{FF2B5EF4-FFF2-40B4-BE49-F238E27FC236}">
                <a16:creationId xmlns:a16="http://schemas.microsoft.com/office/drawing/2014/main" id="{67FBB84C-3003-4AEC-A4B0-5CA80EFB49DE}"/>
              </a:ext>
            </a:extLst>
          </p:cNvPr>
          <p:cNvSpPr>
            <a:spLocks xmlns:a="http://schemas.openxmlformats.org/drawingml/2006/main" noGrp="1"/>
          </p:cNvSpPr>
          <p:nvPr/>
        </p:nvSpPr>
        <p:spPr>
          <a:xfrm xmlns:a="http://schemas.openxmlformats.org/drawingml/2006/main">
            <a:off x="530352" y="2980944"/>
            <a:ext cx="2322576" cy="1152144"/>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10160">
            <a:solidFill>
              <a:srgbClr val="D7DFEA"/>
            </a:solidFill>
            <a:prstDash val="solid"/>
          </a:ln>
        </p:spPr>
      </p:sp>
      <p:sp>
        <p:nvSpPr>
          <p:cNvPr id="27" name="Text 25">
            <a:extLst xmlns:a="http://schemas.openxmlformats.org/drawingml/2006/main">
              <a:ext uri="{FF2B5EF4-FFF2-40B4-BE49-F238E27FC236}">
                <a16:creationId xmlns:a16="http://schemas.microsoft.com/office/drawing/2014/main" id="{C49C833B-E622-4E65-B01A-623F9D9B8A6A}"/>
              </a:ext>
            </a:extLst>
          </p:cNvPr>
          <p:cNvSpPr>
            <a:spLocks xmlns:a="http://schemas.openxmlformats.org/drawingml/2006/main" noGrp="1"/>
          </p:cNvSpPr>
          <p:nvPr/>
        </p:nvSpPr>
        <p:spPr>
          <a:xfrm xmlns:a="http://schemas.openxmlformats.org/drawingml/2006/main">
            <a:off x="713232" y="3163824"/>
            <a:ext cx="1956816"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120" b="1">
                <a:solidFill>
                  <a:srgbClr val="0B1F3A"/>
                </a:solidFill>
                <a:latin typeface="NanumGothic"/>
                <a:ea typeface="NanumGothic"/>
                <a:cs typeface="NanumGothic"/>
              </a:rPr>
              <a:t>공공데이터 6종</a:t>
            </a:r>
            <a:endParaRPr sz="1120"/>
          </a:p>
        </p:txBody>
      </p:sp>
      <p:sp>
        <p:nvSpPr>
          <p:cNvPr id="28" name="Text 26">
            <a:extLst xmlns:a="http://schemas.openxmlformats.org/drawingml/2006/main">
              <a:ext uri="{FF2B5EF4-FFF2-40B4-BE49-F238E27FC236}">
                <a16:creationId xmlns:a16="http://schemas.microsoft.com/office/drawing/2014/main" id="{1FFBB038-570B-4C88-9037-06C620D1D807}"/>
              </a:ext>
            </a:extLst>
          </p:cNvPr>
          <p:cNvSpPr>
            <a:spLocks xmlns:a="http://schemas.openxmlformats.org/drawingml/2006/main" noGrp="1"/>
          </p:cNvSpPr>
          <p:nvPr/>
        </p:nvSpPr>
        <p:spPr>
          <a:xfrm xmlns:a="http://schemas.openxmlformats.org/drawingml/2006/main">
            <a:off x="713232" y="3493008"/>
            <a:ext cx="1956816"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850">
                <a:solidFill>
                  <a:srgbClr val="667085"/>
                </a:solidFill>
                <a:latin typeface="NanumGothic"/>
                <a:ea typeface="NanumGothic"/>
                <a:cs typeface="NanumGothic"/>
              </a:rPr>
              <a:t>철도거리 · 시간표 · 최저운임 · 운임률</a:t>
            </a:r>
            <a:endParaRPr sz="850"/>
          </a:p>
          <a:p xmlns:a="http://schemas.openxmlformats.org/drawingml/2006/main">
            <a:pPr marL="0" indent="0">
              <a:buNone/>
            </a:pPr>
            <a:r>
              <a:rPr sz="850">
                <a:solidFill>
                  <a:srgbClr val="667085"/>
                </a:solidFill>
                <a:latin typeface="NanumGothic"/>
                <a:ea typeface="NanumGothic"/>
                <a:cs typeface="NanumGothic"/>
              </a:rPr>
              <a:t>상하역 시간 · 화물역 하역선</a:t>
            </a:r>
            <a:endParaRPr sz="850"/>
          </a:p>
        </p:txBody>
      </p:sp>
      <p:sp>
        <p:nvSpPr>
          <p:cNvPr id="29" name="Shape 27">
            <a:extLst xmlns:a="http://schemas.openxmlformats.org/drawingml/2006/main">
              <a:ext uri="{FF2B5EF4-FFF2-40B4-BE49-F238E27FC236}">
                <a16:creationId xmlns:a16="http://schemas.microsoft.com/office/drawing/2014/main" id="{21DCBB9B-9F98-4F50-A7A9-2C28D3B7E962}"/>
              </a:ext>
            </a:extLst>
          </p:cNvPr>
          <p:cNvSpPr>
            <a:spLocks xmlns:a="http://schemas.openxmlformats.org/drawingml/2006/main" noGrp="1"/>
          </p:cNvSpPr>
          <p:nvPr/>
        </p:nvSpPr>
        <p:spPr>
          <a:xfrm xmlns:a="http://schemas.openxmlformats.org/drawingml/2006/main">
            <a:off x="3090672" y="2980944"/>
            <a:ext cx="1975104" cy="1152144"/>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10160">
            <a:solidFill>
              <a:srgbClr val="D7DFEA"/>
            </a:solidFill>
            <a:prstDash val="solid"/>
          </a:ln>
        </p:spPr>
      </p:sp>
      <p:sp>
        <p:nvSpPr>
          <p:cNvPr id="30" name="Text 28">
            <a:extLst xmlns:a="http://schemas.openxmlformats.org/drawingml/2006/main">
              <a:ext uri="{FF2B5EF4-FFF2-40B4-BE49-F238E27FC236}">
                <a16:creationId xmlns:a16="http://schemas.microsoft.com/office/drawing/2014/main" id="{21FBC8F0-D512-4DC2-B9C4-33A2D79F7614}"/>
              </a:ext>
            </a:extLst>
          </p:cNvPr>
          <p:cNvSpPr>
            <a:spLocks xmlns:a="http://schemas.openxmlformats.org/drawingml/2006/main" noGrp="1"/>
          </p:cNvSpPr>
          <p:nvPr/>
        </p:nvSpPr>
        <p:spPr>
          <a:xfrm xmlns:a="http://schemas.openxmlformats.org/drawingml/2006/main">
            <a:off x="3273552" y="3163824"/>
            <a:ext cx="160934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120" b="1">
                <a:solidFill>
                  <a:srgbClr val="0B1F3A"/>
                </a:solidFill>
                <a:latin typeface="NanumGothic"/>
                <a:ea typeface="NanumGothic"/>
                <a:cs typeface="NanumGothic"/>
              </a:rPr>
              <a:t>PostgreSQL 16</a:t>
            </a:r>
            <a:endParaRPr sz="1120"/>
          </a:p>
        </p:txBody>
      </p:sp>
      <p:sp>
        <p:nvSpPr>
          <p:cNvPr id="31" name="Text 29">
            <a:extLst xmlns:a="http://schemas.openxmlformats.org/drawingml/2006/main">
              <a:ext uri="{FF2B5EF4-FFF2-40B4-BE49-F238E27FC236}">
                <a16:creationId xmlns:a16="http://schemas.microsoft.com/office/drawing/2014/main" id="{8C713CBA-7A16-4615-B269-35E404F93854}"/>
              </a:ext>
            </a:extLst>
          </p:cNvPr>
          <p:cNvSpPr>
            <a:spLocks xmlns:a="http://schemas.openxmlformats.org/drawingml/2006/main" noGrp="1"/>
          </p:cNvSpPr>
          <p:nvPr/>
        </p:nvSpPr>
        <p:spPr>
          <a:xfrm xmlns:a="http://schemas.openxmlformats.org/drawingml/2006/main">
            <a:off x="3273552" y="3493008"/>
            <a:ext cx="1609344"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r>
              <a:rPr sz="825">
                <a:solidFill>
                  <a:srgbClr val="667085"/>
                </a:solidFill>
                <a:latin typeface="NanumGothic"/>
                <a:ea typeface="NanumGothic"/>
                <a:cs typeface="NanumGothic"/>
              </a:rPr>
              <a:t>요청·제안·결정·거절 사유</a:t>
            </a:r>
            <a:endParaRPr sz="830"/>
          </a:p>
          <a:p xmlns:a="http://schemas.openxmlformats.org/drawingml/2006/main">
            <a:pPr marL="0" indent="0">
              <a:buNone/>
            </a:pPr>
            <a:r>
              <a:rPr sz="825">
                <a:solidFill>
                  <a:srgbClr val="667085"/>
                </a:solidFill>
                <a:latin typeface="NanumGothic"/>
                <a:ea typeface="NanumGothic"/>
                <a:cs typeface="NanumGothic"/>
              </a:rPr>
              <a:t>풀·이벤트·근거·기준일</a:t>
            </a:r>
            <a:endParaRPr sz="830"/>
          </a:p>
        </p:txBody>
      </p:sp>
      <p:sp>
        <p:nvSpPr>
          <p:cNvPr id="32" name="Shape 30">
            <a:extLst xmlns:a="http://schemas.openxmlformats.org/drawingml/2006/main">
              <a:ext uri="{FF2B5EF4-FFF2-40B4-BE49-F238E27FC236}">
                <a16:creationId xmlns:a16="http://schemas.microsoft.com/office/drawing/2014/main" id="{A6C05CE1-B130-4653-81A5-445042EBC8C9}"/>
              </a:ext>
            </a:extLst>
          </p:cNvPr>
          <p:cNvSpPr>
            <a:spLocks xmlns:a="http://schemas.openxmlformats.org/drawingml/2006/main" noGrp="1"/>
          </p:cNvSpPr>
          <p:nvPr/>
        </p:nvSpPr>
        <p:spPr>
          <a:xfrm xmlns:a="http://schemas.openxmlformats.org/drawingml/2006/main">
            <a:off x="5303520" y="2980944"/>
            <a:ext cx="3337560" cy="1152144"/>
          </a:xfrm>
          <a:prstGeom xmlns:a="http://schemas.openxmlformats.org/drawingml/2006/main" prst="roundRect">
            <a:avLst>
              <a:gd name="adj" fmla="val 6349"/>
            </a:avLst>
          </a:prstGeom>
          <a:solidFill xmlns:a="http://schemas.openxmlformats.org/drawingml/2006/main">
            <a:srgbClr val="0B1F3A"/>
          </a:solidFill>
          <a:ln xmlns:a="http://schemas.openxmlformats.org/drawingml/2006/main" w="10160">
            <a:solidFill>
              <a:srgbClr val="0B1F3A"/>
            </a:solidFill>
            <a:prstDash val="solid"/>
          </a:ln>
        </p:spPr>
      </p:sp>
      <p:sp>
        <p:nvSpPr>
          <p:cNvPr id="33" name="Text 31">
            <a:extLst xmlns:a="http://schemas.openxmlformats.org/drawingml/2006/main">
              <a:ext uri="{FF2B5EF4-FFF2-40B4-BE49-F238E27FC236}">
                <a16:creationId xmlns:a16="http://schemas.microsoft.com/office/drawing/2014/main" id="{2EAFCB75-88A5-4BB5-B985-F2DBDBF6498A}"/>
              </a:ext>
            </a:extLst>
          </p:cNvPr>
          <p:cNvSpPr>
            <a:spLocks xmlns:a="http://schemas.openxmlformats.org/drawingml/2006/main" noGrp="1"/>
          </p:cNvSpPr>
          <p:nvPr/>
        </p:nvSpPr>
        <p:spPr>
          <a:xfrm xmlns:a="http://schemas.openxmlformats.org/drawingml/2006/main">
            <a:off x="5504688" y="3154680"/>
            <a:ext cx="208483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120" b="1">
                <a:solidFill>
                  <a:srgbClr val="FFFFFF"/>
                </a:solidFill>
                <a:latin typeface="NanumGothic"/>
                <a:ea typeface="NanumGothic"/>
                <a:cs typeface="NanumGothic"/>
              </a:rPr>
              <a:t>화주 에이전트 네트워크</a:t>
            </a:r>
            <a:endParaRPr sz="1120"/>
          </a:p>
        </p:txBody>
      </p:sp>
      <p:sp>
        <p:nvSpPr>
          <p:cNvPr id="34" name="Shape 32">
            <a:extLst xmlns:a="http://schemas.openxmlformats.org/drawingml/2006/main">
              <a:ext uri="{FF2B5EF4-FFF2-40B4-BE49-F238E27FC236}">
                <a16:creationId xmlns:a16="http://schemas.microsoft.com/office/drawing/2014/main" id="{811D9F7D-A987-483A-9E2A-D2A54ABDD8F5}"/>
              </a:ext>
            </a:extLst>
          </p:cNvPr>
          <p:cNvSpPr>
            <a:spLocks xmlns:a="http://schemas.openxmlformats.org/drawingml/2006/main" noGrp="1"/>
          </p:cNvSpPr>
          <p:nvPr/>
        </p:nvSpPr>
        <p:spPr>
          <a:xfrm xmlns:a="http://schemas.openxmlformats.org/drawingml/2006/main">
            <a:off x="7507224" y="3118104"/>
            <a:ext cx="932688" cy="274320"/>
          </a:xfrm>
          <a:prstGeom xmlns:a="http://schemas.openxmlformats.org/drawingml/2006/main" prst="roundRect">
            <a:avLst>
              <a:gd name="adj" fmla="val 26667"/>
            </a:avLst>
          </a:prstGeom>
          <a:solidFill xmlns:a="http://schemas.openxmlformats.org/drawingml/2006/main">
            <a:srgbClr val="19436D"/>
          </a:solidFill>
          <a:ln xmlns:a="http://schemas.openxmlformats.org/drawingml/2006/main" w="12700">
            <a:solidFill>
              <a:srgbClr val="19436D"/>
            </a:solidFill>
            <a:prstDash val="solid"/>
          </a:ln>
        </p:spPr>
      </p:sp>
      <p:sp>
        <p:nvSpPr>
          <p:cNvPr id="35" name="Text 33">
            <a:extLst xmlns:a="http://schemas.openxmlformats.org/drawingml/2006/main">
              <a:ext uri="{FF2B5EF4-FFF2-40B4-BE49-F238E27FC236}">
                <a16:creationId xmlns:a16="http://schemas.microsoft.com/office/drawing/2014/main" id="{0DEFE32E-E2AB-4D68-B4DB-6AFEA8907983}"/>
              </a:ext>
            </a:extLst>
          </p:cNvPr>
          <p:cNvSpPr>
            <a:spLocks xmlns:a="http://schemas.openxmlformats.org/drawingml/2006/main" noGrp="1"/>
          </p:cNvSpPr>
          <p:nvPr/>
        </p:nvSpPr>
        <p:spPr>
          <a:xfrm xmlns:a="http://schemas.openxmlformats.org/drawingml/2006/main">
            <a:off x="7580376" y="3127248"/>
            <a:ext cx="78638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40" b="1">
                <a:solidFill>
                  <a:srgbClr val="39D98A"/>
                </a:solidFill>
                <a:latin typeface="NanumGothic"/>
                <a:ea typeface="NanumGothic"/>
                <a:cs typeface="NanumGothic"/>
              </a:rPr>
              <a:t>10 / 10 ONLINE</a:t>
            </a:r>
            <a:endParaRPr sz="840"/>
          </a:p>
        </p:txBody>
      </p:sp>
      <p:sp>
        <p:nvSpPr>
          <p:cNvPr id="36" name="Text 34">
            <a:extLst xmlns:a="http://schemas.openxmlformats.org/drawingml/2006/main">
              <a:ext uri="{FF2B5EF4-FFF2-40B4-BE49-F238E27FC236}">
                <a16:creationId xmlns:a16="http://schemas.microsoft.com/office/drawing/2014/main" id="{70692982-3C46-4DD6-9978-ED5EA9DEC1FA}"/>
              </a:ext>
            </a:extLst>
          </p:cNvPr>
          <p:cNvSpPr>
            <a:spLocks xmlns:a="http://schemas.openxmlformats.org/drawingml/2006/main" noGrp="1"/>
          </p:cNvSpPr>
          <p:nvPr/>
        </p:nvSpPr>
        <p:spPr>
          <a:xfrm xmlns:a="http://schemas.openxmlformats.org/drawingml/2006/main">
            <a:off x="5504688" y="3511296"/>
            <a:ext cx="290779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r>
              <a:rPr sz="825">
                <a:solidFill>
                  <a:srgbClr val="C8D7EA"/>
                </a:solidFill>
                <a:latin typeface="NanumGothic"/>
                <a:ea typeface="NanumGothic"/>
                <a:cs typeface="NanumGothic"/>
              </a:rPr>
              <a:t>권역·품목·전략이 다른 10개 익명 에이전트가 요청·참여·이탈 이벤트를 만들고 SSE로 즉시 갱신</a:t>
            </a:r>
            <a:endParaRPr sz="860"/>
          </a:p>
        </p:txBody>
      </p:sp>
      <p:sp>
        <p:nvSpPr>
          <p:cNvPr id="40" name="Shape 38">
            <a:extLst xmlns:a="http://schemas.openxmlformats.org/drawingml/2006/main">
              <a:ext uri="{FF2B5EF4-FFF2-40B4-BE49-F238E27FC236}">
                <a16:creationId xmlns:a16="http://schemas.microsoft.com/office/drawing/2014/main" id="{D391E696-3F3B-4219-9E9A-FA649027144A}"/>
              </a:ext>
            </a:extLst>
          </p:cNvPr>
          <p:cNvSpPr>
            <a:spLocks xmlns:a="http://schemas.openxmlformats.org/drawingml/2006/main" noGrp="1"/>
          </p:cNvSpPr>
          <p:nvPr/>
        </p:nvSpPr>
        <p:spPr>
          <a:xfrm xmlns:a="http://schemas.openxmlformats.org/drawingml/2006/main">
            <a:off x="530352" y="4297680"/>
            <a:ext cx="704088" cy="228600"/>
          </a:xfrm>
          <a:prstGeom xmlns:a="http://schemas.openxmlformats.org/drawingml/2006/main" prst="roundRect">
            <a:avLst>
              <a:gd name="adj" fmla="val 32000"/>
            </a:avLst>
          </a:prstGeom>
          <a:solidFill xmlns:a="http://schemas.openxmlformats.org/drawingml/2006/main">
            <a:srgbClr val="EEF2F8"/>
          </a:solidFill>
          <a:ln xmlns:a="http://schemas.openxmlformats.org/drawingml/2006/main" w="12700">
            <a:solidFill>
              <a:srgbClr val="EEF2F8"/>
            </a:solidFill>
            <a:prstDash val="solid"/>
          </a:ln>
        </p:spPr>
      </p:sp>
      <p:sp>
        <p:nvSpPr>
          <p:cNvPr id="41" name="Text 39">
            <a:extLst xmlns:a="http://schemas.openxmlformats.org/drawingml/2006/main">
              <a:ext uri="{FF2B5EF4-FFF2-40B4-BE49-F238E27FC236}">
                <a16:creationId xmlns:a16="http://schemas.microsoft.com/office/drawing/2014/main" id="{8754F6A7-8B53-45BD-A785-AA3A84DB0810}"/>
              </a:ext>
            </a:extLst>
          </p:cNvPr>
          <p:cNvSpPr>
            <a:spLocks xmlns:a="http://schemas.openxmlformats.org/drawingml/2006/main" noGrp="1"/>
          </p:cNvSpPr>
          <p:nvPr/>
        </p:nvSpPr>
        <p:spPr>
          <a:xfrm xmlns:a="http://schemas.openxmlformats.org/drawingml/2006/main">
            <a:off x="603504" y="4306824"/>
            <a:ext cx="557784"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780" b="1">
                <a:solidFill>
                  <a:srgbClr val="0F5AC7"/>
                </a:solidFill>
                <a:latin typeface="NanumGothic"/>
                <a:ea typeface="NanumGothic"/>
                <a:cs typeface="NanumGothic"/>
              </a:rPr>
              <a:t>신뢰 상태</a:t>
            </a:r>
            <a:endParaRPr sz="780"/>
          </a:p>
        </p:txBody>
      </p:sp>
      <p:sp>
        <p:nvSpPr>
          <p:cNvPr id="42" name="Text 40">
            <a:extLst xmlns:a="http://schemas.openxmlformats.org/drawingml/2006/main">
              <a:ext uri="{FF2B5EF4-FFF2-40B4-BE49-F238E27FC236}">
                <a16:creationId xmlns:a16="http://schemas.microsoft.com/office/drawing/2014/main" id="{FEA0C408-4D94-44CD-9D2C-DB869BD8B34B}"/>
              </a:ext>
            </a:extLst>
          </p:cNvPr>
          <p:cNvSpPr>
            <a:spLocks xmlns:a="http://schemas.openxmlformats.org/drawingml/2006/main" noGrp="1"/>
          </p:cNvSpPr>
          <p:nvPr/>
        </p:nvSpPr>
        <p:spPr>
          <a:xfrm xmlns:a="http://schemas.openxmlformats.org/drawingml/2006/main">
            <a:off x="1362456" y="4288536"/>
            <a:ext cx="612648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825">
                <a:solidFill>
                  <a:srgbClr val="667085"/>
                </a:solidFill>
                <a:latin typeface="NanumGothic"/>
                <a:ea typeface="NanumGothic"/>
                <a:cs typeface="NanumGothic"/>
              </a:rPr>
              <a:t>확인 완료 · 예상값 · 확인 필요  |  결과마다 원문 근거·기준일·검토 주체·다음 행동을 함께 남김</a:t>
            </a:r>
            <a:endParaRPr sz="810"/>
          </a:p>
        </p:txBody>
      </p:sp>
      <p:sp>
        <p:nvSpPr>
          <p:cNvPr id="43" name="Text 41">
            <a:extLst xmlns:a="http://schemas.openxmlformats.org/drawingml/2006/main">
              <a:ext uri="{FF2B5EF4-FFF2-40B4-BE49-F238E27FC236}">
                <a16:creationId xmlns:a16="http://schemas.microsoft.com/office/drawing/2014/main" id="{E51E3F3D-4C9C-44FB-B029-600322EFA361}"/>
              </a:ext>
            </a:extLst>
          </p:cNvPr>
          <p:cNvSpPr>
            <a:spLocks xmlns:a="http://schemas.openxmlformats.org/drawingml/2006/main" noGrp="1"/>
          </p:cNvSpPr>
          <p:nvPr/>
        </p:nvSpPr>
        <p:spPr>
          <a:xfrm xmlns:a="http://schemas.openxmlformats.org/drawingml/2006/main">
            <a:off x="530352" y="4553712"/>
            <a:ext cx="13716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100" b="1">
                <a:solidFill>
                  <a:srgbClr val="0B1F3A"/>
                </a:solidFill>
                <a:latin typeface="NanumGothic"/>
                <a:ea typeface="NanumGothic"/>
                <a:cs typeface="NanumGothic"/>
              </a:rPr>
              <a:t>현재 실행 상태</a:t>
            </a:r>
            <a:endParaRPr sz="1100"/>
          </a:p>
        </p:txBody>
      </p:sp>
      <p:sp>
        <p:nvSpPr>
          <p:cNvPr id="44" name="Shape 42">
            <a:extLst xmlns:a="http://schemas.openxmlformats.org/drawingml/2006/main">
              <a:ext uri="{FF2B5EF4-FFF2-40B4-BE49-F238E27FC236}">
                <a16:creationId xmlns:a16="http://schemas.microsoft.com/office/drawing/2014/main" id="{81A0424E-7C47-4E9C-8D5E-0F4E337DDE7C}"/>
              </a:ext>
            </a:extLst>
          </p:cNvPr>
          <p:cNvSpPr>
            <a:spLocks xmlns:a="http://schemas.openxmlformats.org/drawingml/2006/main" noGrp="1"/>
          </p:cNvSpPr>
          <p:nvPr/>
        </p:nvSpPr>
        <p:spPr>
          <a:xfrm xmlns:a="http://schemas.openxmlformats.org/drawingml/2006/main">
            <a:off x="530352" y="4882896"/>
            <a:ext cx="1444752" cy="804672"/>
          </a:xfrm>
          <a:prstGeom xmlns:a="http://schemas.openxmlformats.org/drawingml/2006/main" prst="roundRect">
            <a:avLst>
              <a:gd name="adj" fmla="val 9091"/>
            </a:avLst>
          </a:prstGeom>
          <a:solidFill xmlns:a="http://schemas.openxmlformats.org/drawingml/2006/main">
            <a:srgbClr val="E8F8F1"/>
          </a:solidFill>
          <a:ln xmlns:a="http://schemas.openxmlformats.org/drawingml/2006/main" w="10160">
            <a:solidFill>
              <a:srgbClr val="E8F8F1"/>
            </a:solidFill>
            <a:prstDash val="solid"/>
          </a:ln>
        </p:spPr>
      </p:sp>
      <p:sp>
        <p:nvSpPr>
          <p:cNvPr id="45" name="Text 43">
            <a:extLst xmlns:a="http://schemas.openxmlformats.org/drawingml/2006/main">
              <a:ext uri="{FF2B5EF4-FFF2-40B4-BE49-F238E27FC236}">
                <a16:creationId xmlns:a16="http://schemas.microsoft.com/office/drawing/2014/main" id="{C0A3DB10-F516-4B21-A4ED-717EB0E95AF8}"/>
              </a:ext>
            </a:extLst>
          </p:cNvPr>
          <p:cNvSpPr>
            <a:spLocks xmlns:a="http://schemas.openxmlformats.org/drawingml/2006/main" noGrp="1"/>
          </p:cNvSpPr>
          <p:nvPr/>
        </p:nvSpPr>
        <p:spPr>
          <a:xfrm xmlns:a="http://schemas.openxmlformats.org/drawingml/2006/main">
            <a:off x="676656" y="4974336"/>
            <a:ext cx="1152144"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900" b="1">
                <a:solidFill>
                  <a:srgbClr val="0A7C50"/>
                </a:solidFill>
                <a:latin typeface="NanumGothic"/>
                <a:ea typeface="NanumGothic"/>
                <a:cs typeface="NanumGothic"/>
              </a:rPr>
              <a:t>10 / 10</a:t>
            </a:r>
            <a:endParaRPr sz="1900"/>
          </a:p>
        </p:txBody>
      </p:sp>
      <p:sp>
        <p:nvSpPr>
          <p:cNvPr id="46" name="Text 44">
            <a:extLst xmlns:a="http://schemas.openxmlformats.org/drawingml/2006/main">
              <a:ext uri="{FF2B5EF4-FFF2-40B4-BE49-F238E27FC236}">
                <a16:creationId xmlns:a16="http://schemas.microsoft.com/office/drawing/2014/main" id="{FD374E1B-1BC6-4DAA-9B23-E78C8C644EDF}"/>
              </a:ext>
            </a:extLst>
          </p:cNvPr>
          <p:cNvSpPr>
            <a:spLocks xmlns:a="http://schemas.openxmlformats.org/drawingml/2006/main" noGrp="1"/>
          </p:cNvSpPr>
          <p:nvPr/>
        </p:nvSpPr>
        <p:spPr>
          <a:xfrm xmlns:a="http://schemas.openxmlformats.org/drawingml/2006/main">
            <a:off x="676656" y="5330952"/>
            <a:ext cx="1152144"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70">
                <a:solidFill>
                  <a:srgbClr val="667085"/>
                </a:solidFill>
                <a:latin typeface="NanumGothic"/>
                <a:ea typeface="NanumGothic"/>
                <a:cs typeface="NanumGothic"/>
              </a:rPr>
              <a:t>화주 에이전트</a:t>
            </a:r>
            <a:endParaRPr sz="870"/>
          </a:p>
        </p:txBody>
      </p:sp>
      <p:sp>
        <p:nvSpPr>
          <p:cNvPr id="47" name="Shape 45">
            <a:extLst xmlns:a="http://schemas.openxmlformats.org/drawingml/2006/main">
              <a:ext uri="{FF2B5EF4-FFF2-40B4-BE49-F238E27FC236}">
                <a16:creationId xmlns:a16="http://schemas.microsoft.com/office/drawing/2014/main" id="{A899198C-BFBA-44D3-8289-CC711FCB9ACC}"/>
              </a:ext>
            </a:extLst>
          </p:cNvPr>
          <p:cNvSpPr>
            <a:spLocks xmlns:a="http://schemas.openxmlformats.org/drawingml/2006/main" noGrp="1"/>
          </p:cNvSpPr>
          <p:nvPr/>
        </p:nvSpPr>
        <p:spPr>
          <a:xfrm xmlns:a="http://schemas.openxmlformats.org/drawingml/2006/main">
            <a:off x="2139696" y="4882896"/>
            <a:ext cx="1444752" cy="804672"/>
          </a:xfrm>
          <a:prstGeom xmlns:a="http://schemas.openxmlformats.org/drawingml/2006/main" prst="roundRect">
            <a:avLst>
              <a:gd name="adj" fmla="val 9091"/>
            </a:avLst>
          </a:prstGeom>
          <a:solidFill xmlns:a="http://schemas.openxmlformats.org/drawingml/2006/main">
            <a:srgbClr val="E8F8F1"/>
          </a:solidFill>
          <a:ln xmlns:a="http://schemas.openxmlformats.org/drawingml/2006/main" w="10160">
            <a:solidFill>
              <a:srgbClr val="E8F8F1"/>
            </a:solidFill>
            <a:prstDash val="solid"/>
          </a:ln>
        </p:spPr>
      </p:sp>
      <p:sp>
        <p:nvSpPr>
          <p:cNvPr id="48" name="Text 46">
            <a:extLst xmlns:a="http://schemas.openxmlformats.org/drawingml/2006/main">
              <a:ext uri="{FF2B5EF4-FFF2-40B4-BE49-F238E27FC236}">
                <a16:creationId xmlns:a16="http://schemas.microsoft.com/office/drawing/2014/main" id="{F9908CA6-16C2-4E9E-B9AD-689C7B4FADAF}"/>
              </a:ext>
            </a:extLst>
          </p:cNvPr>
          <p:cNvSpPr>
            <a:spLocks xmlns:a="http://schemas.openxmlformats.org/drawingml/2006/main" noGrp="1"/>
          </p:cNvSpPr>
          <p:nvPr/>
        </p:nvSpPr>
        <p:spPr>
          <a:xfrm xmlns:a="http://schemas.openxmlformats.org/drawingml/2006/main">
            <a:off x="2286000" y="4974336"/>
            <a:ext cx="1152144"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900" b="1">
                <a:solidFill>
                  <a:srgbClr val="0A7C50"/>
                </a:solidFill>
                <a:latin typeface="NanumGothic"/>
                <a:ea typeface="NanumGothic"/>
                <a:cs typeface="NanumGothic"/>
              </a:rPr>
              <a:t>6 / 6</a:t>
            </a:r>
            <a:endParaRPr sz="1900"/>
          </a:p>
        </p:txBody>
      </p:sp>
      <p:sp>
        <p:nvSpPr>
          <p:cNvPr id="49" name="Text 47">
            <a:extLst xmlns:a="http://schemas.openxmlformats.org/drawingml/2006/main">
              <a:ext uri="{FF2B5EF4-FFF2-40B4-BE49-F238E27FC236}">
                <a16:creationId xmlns:a16="http://schemas.microsoft.com/office/drawing/2014/main" id="{74D74480-2A73-4DB6-B459-0453ED58A088}"/>
              </a:ext>
            </a:extLst>
          </p:cNvPr>
          <p:cNvSpPr>
            <a:spLocks xmlns:a="http://schemas.openxmlformats.org/drawingml/2006/main" noGrp="1"/>
          </p:cNvSpPr>
          <p:nvPr/>
        </p:nvSpPr>
        <p:spPr>
          <a:xfrm xmlns:a="http://schemas.openxmlformats.org/drawingml/2006/main">
            <a:off x="2286000" y="5330952"/>
            <a:ext cx="1152144"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70">
                <a:solidFill>
                  <a:srgbClr val="667085"/>
                </a:solidFill>
                <a:latin typeface="NanumGothic"/>
                <a:ea typeface="NanumGothic"/>
                <a:cs typeface="NanumGothic"/>
              </a:rPr>
              <a:t>공공데이터 연결</a:t>
            </a:r>
            <a:endParaRPr sz="870"/>
          </a:p>
        </p:txBody>
      </p:sp>
      <p:sp>
        <p:nvSpPr>
          <p:cNvPr id="50" name="Shape 48">
            <a:extLst xmlns:a="http://schemas.openxmlformats.org/drawingml/2006/main">
              <a:ext uri="{FF2B5EF4-FFF2-40B4-BE49-F238E27FC236}">
                <a16:creationId xmlns:a16="http://schemas.microsoft.com/office/drawing/2014/main" id="{EBFA4BE5-2769-4F4C-9892-31469D72CB5F}"/>
              </a:ext>
            </a:extLst>
          </p:cNvPr>
          <p:cNvSpPr>
            <a:spLocks xmlns:a="http://schemas.openxmlformats.org/drawingml/2006/main" noGrp="1"/>
          </p:cNvSpPr>
          <p:nvPr/>
        </p:nvSpPr>
        <p:spPr>
          <a:xfrm xmlns:a="http://schemas.openxmlformats.org/drawingml/2006/main">
            <a:off x="3749040" y="4882896"/>
            <a:ext cx="1444752" cy="804672"/>
          </a:xfrm>
          <a:prstGeom xmlns:a="http://schemas.openxmlformats.org/drawingml/2006/main" prst="roundRect">
            <a:avLst>
              <a:gd name="adj" fmla="val 9091"/>
            </a:avLst>
          </a:prstGeom>
          <a:solidFill xmlns:a="http://schemas.openxmlformats.org/drawingml/2006/main">
            <a:srgbClr val="E8F8F1"/>
          </a:solidFill>
          <a:ln xmlns:a="http://schemas.openxmlformats.org/drawingml/2006/main" w="10160">
            <a:solidFill>
              <a:srgbClr val="E8F8F1"/>
            </a:solidFill>
            <a:prstDash val="solid"/>
          </a:ln>
        </p:spPr>
      </p:sp>
      <p:sp>
        <p:nvSpPr>
          <p:cNvPr id="51" name="Text 49">
            <a:extLst xmlns:a="http://schemas.openxmlformats.org/drawingml/2006/main">
              <a:ext uri="{FF2B5EF4-FFF2-40B4-BE49-F238E27FC236}">
                <a16:creationId xmlns:a16="http://schemas.microsoft.com/office/drawing/2014/main" id="{0AD259E2-D178-4AF9-A7E9-552B89BFF8C8}"/>
              </a:ext>
            </a:extLst>
          </p:cNvPr>
          <p:cNvSpPr>
            <a:spLocks xmlns:a="http://schemas.openxmlformats.org/drawingml/2006/main" noGrp="1"/>
          </p:cNvSpPr>
          <p:nvPr/>
        </p:nvSpPr>
        <p:spPr>
          <a:xfrm xmlns:a="http://schemas.openxmlformats.org/drawingml/2006/main">
            <a:off x="3895344" y="4974336"/>
            <a:ext cx="1152144"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900" b="1">
                <a:solidFill>
                  <a:srgbClr val="0A7C50"/>
                </a:solidFill>
                <a:latin typeface="NanumGothic"/>
                <a:ea typeface="NanumGothic"/>
                <a:cs typeface="NanumGothic"/>
              </a:rPr>
              <a:t>HEALTHY</a:t>
            </a:r>
            <a:endParaRPr sz="1900"/>
          </a:p>
        </p:txBody>
      </p:sp>
      <p:sp>
        <p:nvSpPr>
          <p:cNvPr id="52" name="Text 50">
            <a:extLst xmlns:a="http://schemas.openxmlformats.org/drawingml/2006/main">
              <a:ext uri="{FF2B5EF4-FFF2-40B4-BE49-F238E27FC236}">
                <a16:creationId xmlns:a16="http://schemas.microsoft.com/office/drawing/2014/main" id="{317AB4EB-8E21-420E-A605-F23C90F96F91}"/>
              </a:ext>
            </a:extLst>
          </p:cNvPr>
          <p:cNvSpPr>
            <a:spLocks xmlns:a="http://schemas.openxmlformats.org/drawingml/2006/main" noGrp="1"/>
          </p:cNvSpPr>
          <p:nvPr/>
        </p:nvSpPr>
        <p:spPr>
          <a:xfrm xmlns:a="http://schemas.openxmlformats.org/drawingml/2006/main">
            <a:off x="3895344" y="5330952"/>
            <a:ext cx="1152144"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70">
                <a:solidFill>
                  <a:srgbClr val="667085"/>
                </a:solidFill>
                <a:latin typeface="NanumGothic"/>
                <a:ea typeface="NanumGothic"/>
                <a:cs typeface="NanumGothic"/>
              </a:rPr>
              <a:t>PostgreSQL</a:t>
            </a:r>
            <a:endParaRPr sz="870"/>
          </a:p>
        </p:txBody>
      </p:sp>
      <p:sp>
        <p:nvSpPr>
          <p:cNvPr id="53" name="Shape 51">
            <a:extLst xmlns:a="http://schemas.openxmlformats.org/drawingml/2006/main">
              <a:ext uri="{FF2B5EF4-FFF2-40B4-BE49-F238E27FC236}">
                <a16:creationId xmlns:a16="http://schemas.microsoft.com/office/drawing/2014/main" id="{69350E6B-2897-4DA7-AAA6-2058A37A8574}"/>
              </a:ext>
            </a:extLst>
          </p:cNvPr>
          <p:cNvSpPr>
            <a:spLocks xmlns:a="http://schemas.openxmlformats.org/drawingml/2006/main" noGrp="1"/>
          </p:cNvSpPr>
          <p:nvPr/>
        </p:nvSpPr>
        <p:spPr>
          <a:xfrm xmlns:a="http://schemas.openxmlformats.org/drawingml/2006/main">
            <a:off x="5358384" y="4882896"/>
            <a:ext cx="1444752" cy="804672"/>
          </a:xfrm>
          <a:prstGeom xmlns:a="http://schemas.openxmlformats.org/drawingml/2006/main" prst="roundRect">
            <a:avLst>
              <a:gd name="adj" fmla="val 9091"/>
            </a:avLst>
          </a:prstGeom>
          <a:solidFill xmlns:a="http://schemas.openxmlformats.org/drawingml/2006/main">
            <a:srgbClr val="EAF2FF"/>
          </a:solidFill>
          <a:ln xmlns:a="http://schemas.openxmlformats.org/drawingml/2006/main" w="10160">
            <a:solidFill>
              <a:srgbClr val="EAF2FF"/>
            </a:solidFill>
            <a:prstDash val="solid"/>
          </a:ln>
        </p:spPr>
      </p:sp>
      <p:sp>
        <p:nvSpPr>
          <p:cNvPr id="54" name="Text 52">
            <a:extLst xmlns:a="http://schemas.openxmlformats.org/drawingml/2006/main">
              <a:ext uri="{FF2B5EF4-FFF2-40B4-BE49-F238E27FC236}">
                <a16:creationId xmlns:a16="http://schemas.microsoft.com/office/drawing/2014/main" id="{AF7C7FF1-4BB3-4CE7-9063-00A982F293ED}"/>
              </a:ext>
            </a:extLst>
          </p:cNvPr>
          <p:cNvSpPr>
            <a:spLocks xmlns:a="http://schemas.openxmlformats.org/drawingml/2006/main" noGrp="1"/>
          </p:cNvSpPr>
          <p:nvPr/>
        </p:nvSpPr>
        <p:spPr>
          <a:xfrm xmlns:a="http://schemas.openxmlformats.org/drawingml/2006/main">
            <a:off x="5504688" y="4974336"/>
            <a:ext cx="1152144"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900" b="1">
                <a:solidFill>
                  <a:srgbClr val="0F5AC7"/>
                </a:solidFill>
                <a:latin typeface="NanumGothic"/>
                <a:ea typeface="NanumGothic"/>
                <a:cs typeface="NanumGothic"/>
              </a:rPr>
              <a:t>ENABLED</a:t>
            </a:r>
            <a:endParaRPr sz="1900"/>
          </a:p>
        </p:txBody>
      </p:sp>
      <p:sp>
        <p:nvSpPr>
          <p:cNvPr id="55" name="Text 53">
            <a:extLst xmlns:a="http://schemas.openxmlformats.org/drawingml/2006/main">
              <a:ext uri="{FF2B5EF4-FFF2-40B4-BE49-F238E27FC236}">
                <a16:creationId xmlns:a16="http://schemas.microsoft.com/office/drawing/2014/main" id="{062997A7-104C-4711-BCE3-69E10DF33EED}"/>
              </a:ext>
            </a:extLst>
          </p:cNvPr>
          <p:cNvSpPr>
            <a:spLocks xmlns:a="http://schemas.openxmlformats.org/drawingml/2006/main" noGrp="1"/>
          </p:cNvSpPr>
          <p:nvPr/>
        </p:nvSpPr>
        <p:spPr>
          <a:xfrm xmlns:a="http://schemas.openxmlformats.org/drawingml/2006/main">
            <a:off x="5504688" y="5330952"/>
            <a:ext cx="1152144"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70">
                <a:solidFill>
                  <a:srgbClr val="667085"/>
                </a:solidFill>
                <a:latin typeface="NanumGothic"/>
                <a:ea typeface="NanumGothic"/>
                <a:cs typeface="NanumGothic"/>
              </a:rPr>
              <a:t>AI 추출</a:t>
            </a:r>
            <a:endParaRPr sz="870"/>
          </a:p>
        </p:txBody>
      </p:sp>
      <p:sp>
        <p:nvSpPr>
          <p:cNvPr id="56" name="Shape 54">
            <a:extLst xmlns:a="http://schemas.openxmlformats.org/drawingml/2006/main">
              <a:ext uri="{FF2B5EF4-FFF2-40B4-BE49-F238E27FC236}">
                <a16:creationId xmlns:a16="http://schemas.microsoft.com/office/drawing/2014/main" id="{042D209A-6CD9-40A1-8EC0-C0FA64120499}"/>
              </a:ext>
            </a:extLst>
          </p:cNvPr>
          <p:cNvSpPr>
            <a:spLocks xmlns:a="http://schemas.openxmlformats.org/drawingml/2006/main" noGrp="1"/>
          </p:cNvSpPr>
          <p:nvPr/>
        </p:nvSpPr>
        <p:spPr>
          <a:xfrm xmlns:a="http://schemas.openxmlformats.org/drawingml/2006/main">
            <a:off x="6967728" y="4882896"/>
            <a:ext cx="1673352" cy="804672"/>
          </a:xfrm>
          <a:prstGeom xmlns:a="http://schemas.openxmlformats.org/drawingml/2006/main" prst="roundRect">
            <a:avLst>
              <a:gd name="adj" fmla="val 9091"/>
            </a:avLst>
          </a:prstGeom>
          <a:solidFill xmlns:a="http://schemas.openxmlformats.org/drawingml/2006/main">
            <a:srgbClr val="EAF2FF"/>
          </a:solidFill>
          <a:ln xmlns:a="http://schemas.openxmlformats.org/drawingml/2006/main" w="10160">
            <a:solidFill>
              <a:srgbClr val="EAF2FF"/>
            </a:solidFill>
            <a:prstDash val="solid"/>
          </a:ln>
        </p:spPr>
      </p:sp>
      <p:sp>
        <p:nvSpPr>
          <p:cNvPr id="57" name="Text 55">
            <a:extLst xmlns:a="http://schemas.openxmlformats.org/drawingml/2006/main">
              <a:ext uri="{FF2B5EF4-FFF2-40B4-BE49-F238E27FC236}">
                <a16:creationId xmlns:a16="http://schemas.microsoft.com/office/drawing/2014/main" id="{D327F9B1-D393-4306-A692-C722661386BC}"/>
              </a:ext>
            </a:extLst>
          </p:cNvPr>
          <p:cNvSpPr>
            <a:spLocks xmlns:a="http://schemas.openxmlformats.org/drawingml/2006/main" noGrp="1"/>
          </p:cNvSpPr>
          <p:nvPr/>
        </p:nvSpPr>
        <p:spPr>
          <a:xfrm xmlns:a="http://schemas.openxmlformats.org/drawingml/2006/main">
            <a:off x="7114032" y="4974336"/>
            <a:ext cx="1380744"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900" b="1">
                <a:solidFill>
                  <a:srgbClr val="0F5AC7"/>
                </a:solidFill>
                <a:latin typeface="NanumGothic"/>
                <a:ea typeface="NanumGothic"/>
                <a:cs typeface="NanumGothic"/>
              </a:rPr>
              <a:t>HTTP 200</a:t>
            </a:r>
            <a:endParaRPr sz="1900"/>
          </a:p>
        </p:txBody>
      </p:sp>
      <p:sp>
        <p:nvSpPr>
          <p:cNvPr id="58" name="Text 56">
            <a:extLst xmlns:a="http://schemas.openxmlformats.org/drawingml/2006/main">
              <a:ext uri="{FF2B5EF4-FFF2-40B4-BE49-F238E27FC236}">
                <a16:creationId xmlns:a16="http://schemas.microsoft.com/office/drawing/2014/main" id="{B9356191-1456-445F-B9F1-33A91B8DF6A7}"/>
              </a:ext>
            </a:extLst>
          </p:cNvPr>
          <p:cNvSpPr>
            <a:spLocks xmlns:a="http://schemas.openxmlformats.org/drawingml/2006/main" noGrp="1"/>
          </p:cNvSpPr>
          <p:nvPr/>
        </p:nvSpPr>
        <p:spPr>
          <a:xfrm xmlns:a="http://schemas.openxmlformats.org/drawingml/2006/main">
            <a:off x="7114032" y="5330952"/>
            <a:ext cx="1380744"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70">
                <a:solidFill>
                  <a:srgbClr val="667085"/>
                </a:solidFill>
                <a:latin typeface="NanumGothic"/>
                <a:ea typeface="NanumGothic"/>
                <a:cs typeface="NanumGothic"/>
              </a:rPr>
              <a:t>로컬·공개 경로</a:t>
            </a:r>
            <a:endParaRPr sz="870"/>
          </a:p>
        </p:txBody>
      </p:sp>
      <p:sp>
        <p:nvSpPr>
          <p:cNvPr id="59" name="Text 57">
            <a:extLst xmlns:a="http://schemas.openxmlformats.org/drawingml/2006/main">
              <a:ext uri="{FF2B5EF4-FFF2-40B4-BE49-F238E27FC236}">
                <a16:creationId xmlns:a16="http://schemas.microsoft.com/office/drawing/2014/main" id="{A800D329-5093-4D77-9981-FB3BADF88959}"/>
              </a:ext>
            </a:extLst>
          </p:cNvPr>
          <p:cNvSpPr>
            <a:spLocks xmlns:a="http://schemas.openxmlformats.org/drawingml/2006/main" noGrp="1"/>
          </p:cNvSpPr>
          <p:nvPr/>
        </p:nvSpPr>
        <p:spPr>
          <a:xfrm xmlns:a="http://schemas.openxmlformats.org/drawingml/2006/main">
            <a:off x="475488" y="6254496"/>
            <a:ext cx="77266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720" i="1">
                <a:solidFill>
                  <a:srgbClr val="667085"/>
                </a:solidFill>
                <a:latin typeface="NanumGothic"/>
                <a:ea typeface="NanumGothic"/>
                <a:cs typeface="NanumGothic"/>
              </a:rPr>
              <a:t>검증 시점: 2026.08.13 · 현재 로컬 런타임 및 공개 HTTPS 경로 기준</a:t>
            </a:r>
            <a:endParaRPr sz="720"/>
          </a:p>
        </p:txBody>
      </p:sp>
      <p:sp>
        <p:nvSpPr>
          <p:cNvPr id="60" name="Shape 58">
            <a:extLst xmlns:a="http://schemas.openxmlformats.org/drawingml/2006/main">
              <a:ext uri="{FF2B5EF4-FFF2-40B4-BE49-F238E27FC236}">
                <a16:creationId xmlns:a16="http://schemas.microsoft.com/office/drawing/2014/main" id="{B8978F0B-6571-46B7-8739-3A3D7C2BA3D4}"/>
              </a:ext>
            </a:extLst>
          </p:cNvPr>
          <p:cNvSpPr>
            <a:spLocks xmlns:a="http://schemas.openxmlformats.org/drawingml/2006/main" noGrp="1"/>
          </p:cNvSpPr>
          <p:nvPr/>
        </p:nvSpPr>
        <p:spPr>
          <a:xfrm xmlns:a="http://schemas.openxmlformats.org/drawingml/2006/main">
            <a:off x="475488" y="6437376"/>
            <a:ext cx="8193024" cy="0"/>
          </a:xfrm>
          <a:prstGeom xmlns:a="http://schemas.openxmlformats.org/drawingml/2006/main" prst="line">
            <a:avLst/>
          </a:prstGeom>
          <a:noFill xmlns:a="http://schemas.openxmlformats.org/drawingml/2006/main"/>
          <a:ln xmlns:a="http://schemas.openxmlformats.org/drawingml/2006/main" w="8890">
            <a:solidFill>
              <a:srgbClr val="D7DFEA"/>
            </a:solidFill>
            <a:prstDash val="solid"/>
          </a:ln>
        </p:spPr>
      </p:sp>
      <p:sp>
        <p:nvSpPr>
          <p:cNvPr id="61" name="Text 59">
            <a:extLst xmlns:a="http://schemas.openxmlformats.org/drawingml/2006/main">
              <a:ext uri="{FF2B5EF4-FFF2-40B4-BE49-F238E27FC236}">
                <a16:creationId xmlns:a16="http://schemas.microsoft.com/office/drawing/2014/main" id="{2336507E-E8D0-40E2-9A6B-792A4B498C0C}"/>
              </a:ext>
            </a:extLst>
          </p:cNvPr>
          <p:cNvSpPr>
            <a:spLocks xmlns:a="http://schemas.openxmlformats.org/drawingml/2006/main" noGrp="1"/>
          </p:cNvSpPr>
          <p:nvPr/>
        </p:nvSpPr>
        <p:spPr>
          <a:xfrm xmlns:a="http://schemas.openxmlformats.org/drawingml/2006/main">
            <a:off x="475488" y="6492240"/>
            <a:ext cx="388620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50">
                <a:solidFill>
                  <a:srgbClr val="667085"/>
                </a:solidFill>
                <a:latin typeface="NanumGothic"/>
                <a:ea typeface="NanumGothic"/>
                <a:cs typeface="NanumGothic"/>
              </a:rPr>
              <a:t>MOVE AI CHALLENGE 2026 · 레일물류 AI</a:t>
            </a:r>
            <a:endParaRPr sz="750"/>
          </a:p>
        </p:txBody>
      </p:sp>
      <p:sp>
        <p:nvSpPr>
          <p:cNvPr id="62" name="Text 60">
            <a:extLst xmlns:a="http://schemas.openxmlformats.org/drawingml/2006/main">
              <a:ext uri="{FF2B5EF4-FFF2-40B4-BE49-F238E27FC236}">
                <a16:creationId xmlns:a16="http://schemas.microsoft.com/office/drawing/2014/main" id="{2D4C0EFC-6F02-4DFD-B289-7F0AA60A5620}"/>
              </a:ext>
            </a:extLst>
          </p:cNvPr>
          <p:cNvSpPr>
            <a:spLocks xmlns:a="http://schemas.openxmlformats.org/drawingml/2006/main" noGrp="1"/>
          </p:cNvSpPr>
          <p:nvPr/>
        </p:nvSpPr>
        <p:spPr>
          <a:xfrm xmlns:a="http://schemas.openxmlformats.org/drawingml/2006/main">
            <a:off x="8229600" y="6492240"/>
            <a:ext cx="4114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750" b="1">
                <a:solidFill>
                  <a:srgbClr val="667085"/>
                </a:solidFill>
                <a:latin typeface="NanumGothic"/>
                <a:ea typeface="NanumGothic"/>
                <a:cs typeface="NanumGothic"/>
              </a:rPr>
              <a:t>06</a:t>
            </a:r>
            <a:endParaRPr sz="750"/>
          </a:p>
        </p:txBody>
      </p:sp>
    </p:spTree>
    <p:extLst>
      <p:ext uri="{BB962C8B-B14F-4D97-AF65-F5344CB8AC3E}">
        <p14:creationId xmlns:p14="http://schemas.microsoft.com/office/powerpoint/2010/main" val="71912852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4F059E1-1209-4CCD-8851-6437737FE3FE}"/>
              </a:ext>
            </a:extLst>
          </p:cNvPr>
          <p:cNvSpPr>
            <a:spLocks xmlns:a="http://schemas.openxmlformats.org/drawingml/2006/main" noGrp="1"/>
          </p:cNvSpPr>
          <p:nvPr/>
        </p:nvSpPr>
        <p:spPr>
          <a:xfrm xmlns:a="http://schemas.openxmlformats.org/drawingml/2006/main">
            <a:off x="475488" y="347472"/>
            <a:ext cx="502920" cy="274320"/>
          </a:xfrm>
          <a:prstGeom xmlns:a="http://schemas.openxmlformats.org/drawingml/2006/main" prst="roundRect">
            <a:avLst>
              <a:gd name="adj" fmla="val 26667"/>
            </a:avLst>
          </a:prstGeom>
          <a:solidFill xmlns:a="http://schemas.openxmlformats.org/drawingml/2006/main">
            <a:srgbClr val="0B1F3A"/>
          </a:solidFill>
          <a:ln xmlns:a="http://schemas.openxmlformats.org/drawingml/2006/main" w="12700">
            <a:solidFill>
              <a:srgbClr val="0B1F3A"/>
            </a:solidFill>
            <a:prstDash val="solid"/>
          </a:ln>
        </p:spPr>
      </p:sp>
      <p:sp>
        <p:nvSpPr>
          <p:cNvPr id="3" name="Text 1">
            <a:extLst xmlns:a="http://schemas.openxmlformats.org/drawingml/2006/main">
              <a:ext uri="{FF2B5EF4-FFF2-40B4-BE49-F238E27FC236}">
                <a16:creationId xmlns:a16="http://schemas.microsoft.com/office/drawing/2014/main" id="{7ACD8B9C-887E-4DD2-93A0-F6923AF18542}"/>
              </a:ext>
            </a:extLst>
          </p:cNvPr>
          <p:cNvSpPr>
            <a:spLocks xmlns:a="http://schemas.openxmlformats.org/drawingml/2006/main" noGrp="1"/>
          </p:cNvSpPr>
          <p:nvPr/>
        </p:nvSpPr>
        <p:spPr>
          <a:xfrm xmlns:a="http://schemas.openxmlformats.org/drawingml/2006/main">
            <a:off x="548640" y="356616"/>
            <a:ext cx="3566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750" b="1">
                <a:solidFill>
                  <a:srgbClr val="FFFFFF"/>
                </a:solidFill>
                <a:latin typeface="NanumGothic"/>
                <a:ea typeface="NanumGothic"/>
                <a:cs typeface="NanumGothic"/>
              </a:rPr>
              <a:t>05</a:t>
            </a:r>
            <a:endParaRPr sz="1000"/>
          </a:p>
        </p:txBody>
      </p:sp>
      <p:sp>
        <p:nvSpPr>
          <p:cNvPr id="4" name="Text 2">
            <a:extLst xmlns:a="http://schemas.openxmlformats.org/drawingml/2006/main">
              <a:ext uri="{FF2B5EF4-FFF2-40B4-BE49-F238E27FC236}">
                <a16:creationId xmlns:a16="http://schemas.microsoft.com/office/drawing/2014/main" id="{4F157EAF-A6E5-486A-86F8-C85C4CBD6533}"/>
              </a:ext>
            </a:extLst>
          </p:cNvPr>
          <p:cNvSpPr>
            <a:spLocks xmlns:a="http://schemas.openxmlformats.org/drawingml/2006/main" noGrp="1"/>
          </p:cNvSpPr>
          <p:nvPr/>
        </p:nvSpPr>
        <p:spPr>
          <a:xfrm xmlns:a="http://schemas.openxmlformats.org/drawingml/2006/main">
            <a:off x="1133856" y="274320"/>
            <a:ext cx="71780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2400" b="1">
                <a:solidFill>
                  <a:srgbClr val="0B1F3A"/>
                </a:solidFill>
                <a:latin typeface="NanumGothic"/>
                <a:ea typeface="NanumGothic"/>
                <a:cs typeface="NanumGothic"/>
              </a:rPr>
              <a:t>와이어프레임 · 사용자 시나리오</a:t>
            </a:r>
            <a:endParaRPr sz="2400"/>
          </a:p>
        </p:txBody>
      </p:sp>
      <p:sp>
        <p:nvSpPr>
          <p:cNvPr id="5" name="Text 3">
            <a:extLst xmlns:a="http://schemas.openxmlformats.org/drawingml/2006/main">
              <a:ext uri="{FF2B5EF4-FFF2-40B4-BE49-F238E27FC236}">
                <a16:creationId xmlns:a16="http://schemas.microsoft.com/office/drawing/2014/main" id="{2F79CA29-B693-4B44-85A7-00106EE1394C}"/>
              </a:ext>
            </a:extLst>
          </p:cNvPr>
          <p:cNvSpPr>
            <a:spLocks xmlns:a="http://schemas.openxmlformats.org/drawingml/2006/main" noGrp="1"/>
          </p:cNvSpPr>
          <p:nvPr/>
        </p:nvSpPr>
        <p:spPr>
          <a:xfrm xmlns:a="http://schemas.openxmlformats.org/drawingml/2006/main">
            <a:off x="1143000" y="740664"/>
            <a:ext cx="7360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25">
                <a:solidFill>
                  <a:srgbClr val="667085"/>
                </a:solidFill>
                <a:latin typeface="NanumGothic"/>
                <a:ea typeface="NanumGothic"/>
                <a:cs typeface="NanumGothic"/>
              </a:rPr>
              <a:t>철도 경험이 없는 물류 담당자가 요청을 시작해 조정 범위와 AI 근거를 확인하고, 다음 행동까지 직접 결정하는 흐름입니다.</a:t>
            </a:r>
            <a:endParaRPr sz="950"/>
          </a:p>
        </p:txBody>
      </p:sp>
      <p:sp>
        <p:nvSpPr>
          <p:cNvPr id="6" name="Shape 4">
            <a:extLst xmlns:a="http://schemas.openxmlformats.org/drawingml/2006/main">
              <a:ext uri="{FF2B5EF4-FFF2-40B4-BE49-F238E27FC236}">
                <a16:creationId xmlns:a16="http://schemas.microsoft.com/office/drawing/2014/main" id="{76E8724F-EEF2-4966-B6F7-548E52CC9863}"/>
              </a:ext>
            </a:extLst>
          </p:cNvPr>
          <p:cNvSpPr>
            <a:spLocks xmlns:a="http://schemas.openxmlformats.org/drawingml/2006/main" noGrp="1"/>
          </p:cNvSpPr>
          <p:nvPr/>
        </p:nvSpPr>
        <p:spPr>
          <a:xfrm xmlns:a="http://schemas.openxmlformats.org/drawingml/2006/main">
            <a:off x="475488" y="1078992"/>
            <a:ext cx="8193024" cy="0"/>
          </a:xfrm>
          <a:prstGeom xmlns:a="http://schemas.openxmlformats.org/drawingml/2006/main" prst="line">
            <a:avLst/>
          </a:prstGeom>
          <a:noFill xmlns:a="http://schemas.openxmlformats.org/drawingml/2006/main"/>
          <a:ln xmlns:a="http://schemas.openxmlformats.org/drawingml/2006/main" w="13970">
            <a:solidFill>
              <a:srgbClr val="D7DFEA"/>
            </a:solidFill>
            <a:prstDash val="solid"/>
          </a:ln>
        </p:spPr>
      </p:sp>
      <p:sp>
        <p:nvSpPr>
          <p:cNvPr id="7" name="Shape 5">
            <a:extLst xmlns:a="http://schemas.openxmlformats.org/drawingml/2006/main">
              <a:ext uri="{FF2B5EF4-FFF2-40B4-BE49-F238E27FC236}">
                <a16:creationId xmlns:a16="http://schemas.microsoft.com/office/drawing/2014/main" id="{5F1C9B35-18F4-4E70-9CFC-76F5268D9C27}"/>
              </a:ext>
            </a:extLst>
          </p:cNvPr>
          <p:cNvSpPr>
            <a:spLocks xmlns:a="http://schemas.openxmlformats.org/drawingml/2006/main" noGrp="1"/>
          </p:cNvSpPr>
          <p:nvPr/>
        </p:nvSpPr>
        <p:spPr>
          <a:xfrm xmlns:a="http://schemas.openxmlformats.org/drawingml/2006/main">
            <a:off x="644652" y="1303020"/>
            <a:ext cx="1700784" cy="3563581"/>
          </a:xfrm>
          <a:prstGeom xmlns:a="http://schemas.openxmlformats.org/drawingml/2006/main" prst="roundRect">
            <a:avLst>
              <a:gd name="adj" fmla="val 4301"/>
            </a:avLst>
          </a:prstGeom>
          <a:solidFill xmlns:a="http://schemas.openxmlformats.org/drawingml/2006/main">
            <a:srgbClr val="FFFFFF"/>
          </a:solidFill>
          <a:ln xmlns:a="http://schemas.openxmlformats.org/drawingml/2006/main" w="13970">
            <a:solidFill>
              <a:srgbClr val="D7DFEA"/>
            </a:solidFill>
            <a:prstDash val="solid"/>
          </a:ln>
          <a:effectLst xmlns:a="http://schemas.openxmlformats.org/drawingml/2006/main">
            <a:outerShdw algn="bl" rotWithShape="0">
              <a:srgbClr val="0B1F3A">
                <a:alpha val="0"/>
              </a:srgbClr>
            </a:outerShdw>
          </a:effectLst>
        </p:spPr>
      </p:sp>
      <p:pic>
        <p:nvPicPr>
          <p:cNvPr id="49" name="Image 0"/>
          <p:cNvPicPr>
            <a:picLocks xmlns:a="http://schemas.openxmlformats.org/drawingml/2006/main" noChangeAspect="1"/>
          </p:cNvPicPr>
          <p:nvPr/>
        </p:nvPicPr>
        <p:blipFill>
          <a:blip xmlns:r="http://schemas.openxmlformats.org/officeDocument/2006/relationships" xmlns:a="http://schemas.openxmlformats.org/drawingml/2006/main" r:embed="R8c0a0a2e42a44fc8"/>
          <a:stretch xmlns:a="http://schemas.openxmlformats.org/drawingml/2006/main">
            <a:fillRect l="0" t="0" r="0" b="0"/>
          </a:stretch>
        </p:blipFill>
        <p:spPr>
          <a:xfrm xmlns:a="http://schemas.openxmlformats.org/drawingml/2006/main">
            <a:off x="694944" y="1353312"/>
            <a:ext cx="1600200" cy="3462997"/>
          </a:xfrm>
          <a:prstGeom xmlns:a="http://schemas.openxmlformats.org/drawingml/2006/main" prst="rect">
            <a:avLst/>
          </a:prstGeom>
        </p:spPr>
      </p:pic>
      <p:sp>
        <p:nvSpPr>
          <p:cNvPr id="9" name="Shape 6">
            <a:extLst xmlns:a="http://schemas.openxmlformats.org/drawingml/2006/main">
              <a:ext uri="{FF2B5EF4-FFF2-40B4-BE49-F238E27FC236}">
                <a16:creationId xmlns:a16="http://schemas.microsoft.com/office/drawing/2014/main" id="{63691E73-C12C-4AEA-AE5A-5DCC4303CDAF}"/>
              </a:ext>
            </a:extLst>
          </p:cNvPr>
          <p:cNvSpPr>
            <a:spLocks xmlns:a="http://schemas.openxmlformats.org/drawingml/2006/main" noGrp="1"/>
          </p:cNvSpPr>
          <p:nvPr/>
        </p:nvSpPr>
        <p:spPr>
          <a:xfrm xmlns:a="http://schemas.openxmlformats.org/drawingml/2006/main">
            <a:off x="429768" y="5010912"/>
            <a:ext cx="384048" cy="274320"/>
          </a:xfrm>
          <a:prstGeom xmlns:a="http://schemas.openxmlformats.org/drawingml/2006/main" prst="roundRect">
            <a:avLst>
              <a:gd name="adj" fmla="val 26667"/>
            </a:avLst>
          </a:prstGeom>
          <a:solidFill xmlns:a="http://schemas.openxmlformats.org/drawingml/2006/main">
            <a:srgbClr val="EAF2FF"/>
          </a:solidFill>
          <a:ln xmlns:a="http://schemas.openxmlformats.org/drawingml/2006/main" w="12700">
            <a:solidFill>
              <a:srgbClr val="EAF2FF"/>
            </a:solidFill>
            <a:prstDash val="solid"/>
          </a:ln>
        </p:spPr>
      </p:sp>
      <p:sp>
        <p:nvSpPr>
          <p:cNvPr id="10" name="Text 7">
            <a:extLst xmlns:a="http://schemas.openxmlformats.org/drawingml/2006/main">
              <a:ext uri="{FF2B5EF4-FFF2-40B4-BE49-F238E27FC236}">
                <a16:creationId xmlns:a16="http://schemas.microsoft.com/office/drawing/2014/main" id="{A571656E-1A78-4FEB-A8E9-0798AAA80189}"/>
              </a:ext>
            </a:extLst>
          </p:cNvPr>
          <p:cNvSpPr>
            <a:spLocks xmlns:a="http://schemas.openxmlformats.org/drawingml/2006/main" noGrp="1"/>
          </p:cNvSpPr>
          <p:nvPr/>
        </p:nvSpPr>
        <p:spPr>
          <a:xfrm xmlns:a="http://schemas.openxmlformats.org/drawingml/2006/main">
            <a:off x="502920" y="5020056"/>
            <a:ext cx="23774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40" b="1">
                <a:solidFill>
                  <a:srgbClr val="0F5AC7"/>
                </a:solidFill>
                <a:latin typeface="NanumGothic"/>
                <a:ea typeface="NanumGothic"/>
                <a:cs typeface="NanumGothic"/>
              </a:rPr>
              <a:t>01</a:t>
            </a:r>
            <a:endParaRPr sz="840"/>
          </a:p>
        </p:txBody>
      </p:sp>
      <p:sp>
        <p:nvSpPr>
          <p:cNvPr id="11" name="Text 8">
            <a:extLst xmlns:a="http://schemas.openxmlformats.org/drawingml/2006/main">
              <a:ext uri="{FF2B5EF4-FFF2-40B4-BE49-F238E27FC236}">
                <a16:creationId xmlns:a16="http://schemas.microsoft.com/office/drawing/2014/main" id="{5BB2EC21-2048-4F0F-B2FF-130FDD158188}"/>
              </a:ext>
            </a:extLst>
          </p:cNvPr>
          <p:cNvSpPr>
            <a:spLocks xmlns:a="http://schemas.openxmlformats.org/drawingml/2006/main" noGrp="1"/>
          </p:cNvSpPr>
          <p:nvPr/>
        </p:nvSpPr>
        <p:spPr>
          <a:xfrm xmlns:a="http://schemas.openxmlformats.org/drawingml/2006/main">
            <a:off x="886968" y="5001768"/>
            <a:ext cx="143560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b="1">
                <a:solidFill>
                  <a:srgbClr val="0B1F3A"/>
                </a:solidFill>
                <a:latin typeface="NanumGothic"/>
                <a:ea typeface="NanumGothic"/>
                <a:cs typeface="NanumGothic"/>
              </a:rPr>
              <a:t>1. 요청 진입</a:t>
            </a:r>
            <a:endParaRPr sz="1020"/>
          </a:p>
        </p:txBody>
      </p:sp>
      <p:sp>
        <p:nvSpPr>
          <p:cNvPr id="12" name="Text 9">
            <a:extLst xmlns:a="http://schemas.openxmlformats.org/drawingml/2006/main">
              <a:ext uri="{FF2B5EF4-FFF2-40B4-BE49-F238E27FC236}">
                <a16:creationId xmlns:a16="http://schemas.microsoft.com/office/drawing/2014/main" id="{C4E64CBA-FD24-4451-975B-E00294219AA8}"/>
              </a:ext>
            </a:extLst>
          </p:cNvPr>
          <p:cNvSpPr>
            <a:spLocks xmlns:a="http://schemas.openxmlformats.org/drawingml/2006/main" noGrp="1"/>
          </p:cNvSpPr>
          <p:nvPr/>
        </p:nvSpPr>
        <p:spPr>
          <a:xfrm xmlns:a="http://schemas.openxmlformats.org/drawingml/2006/main">
            <a:off x="429768" y="5358384"/>
            <a:ext cx="193852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825">
                <a:solidFill>
                  <a:srgbClr val="667085"/>
                </a:solidFill>
                <a:latin typeface="NanumGothic"/>
                <a:ea typeface="NanumGothic"/>
                <a:cs typeface="NanumGothic"/>
              </a:rPr>
              <a:t>실시간 매칭 상태와 AI 작업 3단계를 확인한 뒤 “AI에게 운송 요청하기”로 시작</a:t>
            </a:r>
            <a:endParaRPr sz="820"/>
          </a:p>
        </p:txBody>
      </p:sp>
      <p:sp>
        <p:nvSpPr>
          <p:cNvPr id="13" name="Shape 10">
            <a:extLst xmlns:a="http://schemas.openxmlformats.org/drawingml/2006/main">
              <a:ext uri="{FF2B5EF4-FFF2-40B4-BE49-F238E27FC236}">
                <a16:creationId xmlns:a16="http://schemas.microsoft.com/office/drawing/2014/main" id="{1879E9FA-CC10-46DA-8EDC-C1C25E1AFEB6}"/>
              </a:ext>
            </a:extLst>
          </p:cNvPr>
          <p:cNvSpPr>
            <a:spLocks xmlns:a="http://schemas.openxmlformats.org/drawingml/2006/main" noGrp="1"/>
          </p:cNvSpPr>
          <p:nvPr/>
        </p:nvSpPr>
        <p:spPr>
          <a:xfrm xmlns:a="http://schemas.openxmlformats.org/drawingml/2006/main">
            <a:off x="2386584" y="3072384"/>
            <a:ext cx="164592" cy="0"/>
          </a:xfrm>
          <a:prstGeom xmlns:a="http://schemas.openxmlformats.org/drawingml/2006/main" prst="line">
            <a:avLst/>
          </a:prstGeom>
          <a:noFill xmlns:a="http://schemas.openxmlformats.org/drawingml/2006/main"/>
          <a:ln xmlns:a="http://schemas.openxmlformats.org/drawingml/2006/main" w="17780">
            <a:solidFill>
              <a:srgbClr val="1769FF"/>
            </a:solidFill>
            <a:prstDash val="solid"/>
            <a:tailEnd type="triangle"/>
          </a:ln>
        </p:spPr>
      </p:sp>
      <p:sp>
        <p:nvSpPr>
          <p:cNvPr id="14" name="Shape 11">
            <a:extLst xmlns:a="http://schemas.openxmlformats.org/drawingml/2006/main">
              <a:ext uri="{FF2B5EF4-FFF2-40B4-BE49-F238E27FC236}">
                <a16:creationId xmlns:a16="http://schemas.microsoft.com/office/drawing/2014/main" id="{9BBEA447-F64A-45B0-A2B5-5E2CE1465998}"/>
              </a:ext>
            </a:extLst>
          </p:cNvPr>
          <p:cNvSpPr>
            <a:spLocks xmlns:a="http://schemas.openxmlformats.org/drawingml/2006/main" noGrp="1"/>
          </p:cNvSpPr>
          <p:nvPr/>
        </p:nvSpPr>
        <p:spPr>
          <a:xfrm xmlns:a="http://schemas.openxmlformats.org/drawingml/2006/main">
            <a:off x="2811780" y="1303020"/>
            <a:ext cx="1700784" cy="3563581"/>
          </a:xfrm>
          <a:prstGeom xmlns:a="http://schemas.openxmlformats.org/drawingml/2006/main" prst="roundRect">
            <a:avLst>
              <a:gd name="adj" fmla="val 4301"/>
            </a:avLst>
          </a:prstGeom>
          <a:solidFill xmlns:a="http://schemas.openxmlformats.org/drawingml/2006/main">
            <a:srgbClr val="FFFFFF"/>
          </a:solidFill>
          <a:ln xmlns:a="http://schemas.openxmlformats.org/drawingml/2006/main" w="13970">
            <a:solidFill>
              <a:srgbClr val="D7DFEA"/>
            </a:solidFill>
            <a:prstDash val="solid"/>
          </a:ln>
          <a:effectLst xmlns:a="http://schemas.openxmlformats.org/drawingml/2006/main">
            <a:outerShdw algn="bl" rotWithShape="0">
              <a:srgbClr val="0B1F3A">
                <a:alpha val="0"/>
              </a:srgbClr>
            </a:outerShdw>
          </a:effectLst>
        </p:spPr>
      </p:sp>
      <p:pic>
        <p:nvPicPr>
          <p:cNvPr id="56" name="Image 1"/>
          <p:cNvPicPr>
            <a:picLocks xmlns:a="http://schemas.openxmlformats.org/drawingml/2006/main" noChangeAspect="1"/>
          </p:cNvPicPr>
          <p:nvPr/>
        </p:nvPicPr>
        <p:blipFill>
          <a:blip xmlns:r="http://schemas.openxmlformats.org/officeDocument/2006/relationships" xmlns:a="http://schemas.openxmlformats.org/drawingml/2006/main" r:embed="R5a50fb617a5b4893"/>
          <a:stretch xmlns:a="http://schemas.openxmlformats.org/drawingml/2006/main">
            <a:fillRect l="0" t="0" r="0" b="0"/>
          </a:stretch>
        </p:blipFill>
        <p:spPr>
          <a:xfrm xmlns:a="http://schemas.openxmlformats.org/drawingml/2006/main">
            <a:off x="2862072" y="1353312"/>
            <a:ext cx="1600200" cy="3462997"/>
          </a:xfrm>
          <a:prstGeom xmlns:a="http://schemas.openxmlformats.org/drawingml/2006/main" prst="rect">
            <a:avLst/>
          </a:prstGeom>
        </p:spPr>
      </p:pic>
      <p:sp>
        <p:nvSpPr>
          <p:cNvPr id="16" name="Shape 12">
            <a:extLst xmlns:a="http://schemas.openxmlformats.org/drawingml/2006/main">
              <a:ext uri="{FF2B5EF4-FFF2-40B4-BE49-F238E27FC236}">
                <a16:creationId xmlns:a16="http://schemas.microsoft.com/office/drawing/2014/main" id="{1B0922E4-44B6-40BD-B858-6BCDBFA78971}"/>
              </a:ext>
            </a:extLst>
          </p:cNvPr>
          <p:cNvSpPr>
            <a:spLocks xmlns:a="http://schemas.openxmlformats.org/drawingml/2006/main" noGrp="1"/>
          </p:cNvSpPr>
          <p:nvPr/>
        </p:nvSpPr>
        <p:spPr>
          <a:xfrm xmlns:a="http://schemas.openxmlformats.org/drawingml/2006/main">
            <a:off x="2596896" y="5010912"/>
            <a:ext cx="384048" cy="274320"/>
          </a:xfrm>
          <a:prstGeom xmlns:a="http://schemas.openxmlformats.org/drawingml/2006/main" prst="roundRect">
            <a:avLst>
              <a:gd name="adj" fmla="val 26667"/>
            </a:avLst>
          </a:prstGeom>
          <a:solidFill xmlns:a="http://schemas.openxmlformats.org/drawingml/2006/main">
            <a:srgbClr val="EAF2FF"/>
          </a:solidFill>
          <a:ln xmlns:a="http://schemas.openxmlformats.org/drawingml/2006/main" w="12700">
            <a:solidFill>
              <a:srgbClr val="EAF2FF"/>
            </a:solidFill>
            <a:prstDash val="solid"/>
          </a:ln>
        </p:spPr>
      </p:sp>
      <p:sp>
        <p:nvSpPr>
          <p:cNvPr id="17" name="Text 13">
            <a:extLst xmlns:a="http://schemas.openxmlformats.org/drawingml/2006/main">
              <a:ext uri="{FF2B5EF4-FFF2-40B4-BE49-F238E27FC236}">
                <a16:creationId xmlns:a16="http://schemas.microsoft.com/office/drawing/2014/main" id="{8C2AD3AF-162A-428C-B65D-1234C89070D4}"/>
              </a:ext>
            </a:extLst>
          </p:cNvPr>
          <p:cNvSpPr>
            <a:spLocks xmlns:a="http://schemas.openxmlformats.org/drawingml/2006/main" noGrp="1"/>
          </p:cNvSpPr>
          <p:nvPr/>
        </p:nvSpPr>
        <p:spPr>
          <a:xfrm xmlns:a="http://schemas.openxmlformats.org/drawingml/2006/main">
            <a:off x="2670048" y="5020056"/>
            <a:ext cx="23774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40" b="1">
                <a:solidFill>
                  <a:srgbClr val="0F5AC7"/>
                </a:solidFill>
                <a:latin typeface="NanumGothic"/>
                <a:ea typeface="NanumGothic"/>
                <a:cs typeface="NanumGothic"/>
              </a:rPr>
              <a:t>02</a:t>
            </a:r>
            <a:endParaRPr sz="840"/>
          </a:p>
        </p:txBody>
      </p:sp>
      <p:sp>
        <p:nvSpPr>
          <p:cNvPr id="18" name="Text 14">
            <a:extLst xmlns:a="http://schemas.openxmlformats.org/drawingml/2006/main">
              <a:ext uri="{FF2B5EF4-FFF2-40B4-BE49-F238E27FC236}">
                <a16:creationId xmlns:a16="http://schemas.microsoft.com/office/drawing/2014/main" id="{40857D40-FE65-4ED6-91E4-6F591A51CBC5}"/>
              </a:ext>
            </a:extLst>
          </p:cNvPr>
          <p:cNvSpPr>
            <a:spLocks xmlns:a="http://schemas.openxmlformats.org/drawingml/2006/main" noGrp="1"/>
          </p:cNvSpPr>
          <p:nvPr/>
        </p:nvSpPr>
        <p:spPr>
          <a:xfrm xmlns:a="http://schemas.openxmlformats.org/drawingml/2006/main">
            <a:off x="3054096" y="5001768"/>
            <a:ext cx="143560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b="1">
                <a:solidFill>
                  <a:srgbClr val="0B1F3A"/>
                </a:solidFill>
                <a:latin typeface="NanumGothic"/>
                <a:ea typeface="NanumGothic"/>
                <a:cs typeface="NanumGothic"/>
              </a:rPr>
              <a:t>2. 조정 범위 설정</a:t>
            </a:r>
            <a:endParaRPr sz="1020"/>
          </a:p>
        </p:txBody>
      </p:sp>
      <p:sp>
        <p:nvSpPr>
          <p:cNvPr id="19" name="Text 15">
            <a:extLst xmlns:a="http://schemas.openxmlformats.org/drawingml/2006/main">
              <a:ext uri="{FF2B5EF4-FFF2-40B4-BE49-F238E27FC236}">
                <a16:creationId xmlns:a16="http://schemas.microsoft.com/office/drawing/2014/main" id="{6F1AF2DA-4052-4C1D-81C2-4CE95D7628B1}"/>
              </a:ext>
            </a:extLst>
          </p:cNvPr>
          <p:cNvSpPr>
            <a:spLocks xmlns:a="http://schemas.openxmlformats.org/drawingml/2006/main" noGrp="1"/>
          </p:cNvSpPr>
          <p:nvPr/>
        </p:nvSpPr>
        <p:spPr>
          <a:xfrm xmlns:a="http://schemas.openxmlformats.org/drawingml/2006/main">
            <a:off x="2596896" y="5358384"/>
            <a:ext cx="193852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825">
                <a:solidFill>
                  <a:srgbClr val="667085"/>
                </a:solidFill>
                <a:latin typeface="NanumGothic"/>
                <a:ea typeface="NanumGothic"/>
                <a:cs typeface="NanumGothic"/>
              </a:rPr>
              <a:t>출발일·마감·역·분할 등 7개 축에서 화주가 바꿀 수 있는 범위를 직접 선택</a:t>
            </a:r>
            <a:endParaRPr sz="820"/>
          </a:p>
        </p:txBody>
      </p:sp>
      <p:sp>
        <p:nvSpPr>
          <p:cNvPr id="20" name="Shape 16">
            <a:extLst xmlns:a="http://schemas.openxmlformats.org/drawingml/2006/main">
              <a:ext uri="{FF2B5EF4-FFF2-40B4-BE49-F238E27FC236}">
                <a16:creationId xmlns:a16="http://schemas.microsoft.com/office/drawing/2014/main" id="{4F3E31E0-9511-48F5-A0F3-BDE436D9A4C2}"/>
              </a:ext>
            </a:extLst>
          </p:cNvPr>
          <p:cNvSpPr>
            <a:spLocks xmlns:a="http://schemas.openxmlformats.org/drawingml/2006/main" noGrp="1"/>
          </p:cNvSpPr>
          <p:nvPr/>
        </p:nvSpPr>
        <p:spPr>
          <a:xfrm xmlns:a="http://schemas.openxmlformats.org/drawingml/2006/main">
            <a:off x="4553712" y="3072384"/>
            <a:ext cx="164592" cy="0"/>
          </a:xfrm>
          <a:prstGeom xmlns:a="http://schemas.openxmlformats.org/drawingml/2006/main" prst="line">
            <a:avLst/>
          </a:prstGeom>
          <a:noFill xmlns:a="http://schemas.openxmlformats.org/drawingml/2006/main"/>
          <a:ln xmlns:a="http://schemas.openxmlformats.org/drawingml/2006/main" w="17780">
            <a:solidFill>
              <a:srgbClr val="1769FF"/>
            </a:solidFill>
            <a:prstDash val="solid"/>
            <a:tailEnd type="triangle"/>
          </a:ln>
        </p:spPr>
      </p:sp>
      <p:sp>
        <p:nvSpPr>
          <p:cNvPr id="21" name="Shape 17">
            <a:extLst xmlns:a="http://schemas.openxmlformats.org/drawingml/2006/main">
              <a:ext uri="{FF2B5EF4-FFF2-40B4-BE49-F238E27FC236}">
                <a16:creationId xmlns:a16="http://schemas.microsoft.com/office/drawing/2014/main" id="{75B99ED3-34C6-496C-B46C-65720020F620}"/>
              </a:ext>
            </a:extLst>
          </p:cNvPr>
          <p:cNvSpPr>
            <a:spLocks xmlns:a="http://schemas.openxmlformats.org/drawingml/2006/main" noGrp="1"/>
          </p:cNvSpPr>
          <p:nvPr/>
        </p:nvSpPr>
        <p:spPr>
          <a:xfrm xmlns:a="http://schemas.openxmlformats.org/drawingml/2006/main">
            <a:off x="4978908" y="1303020"/>
            <a:ext cx="1700784" cy="3563581"/>
          </a:xfrm>
          <a:prstGeom xmlns:a="http://schemas.openxmlformats.org/drawingml/2006/main" prst="roundRect">
            <a:avLst>
              <a:gd name="adj" fmla="val 4301"/>
            </a:avLst>
          </a:prstGeom>
          <a:solidFill xmlns:a="http://schemas.openxmlformats.org/drawingml/2006/main">
            <a:srgbClr val="FFFFFF"/>
          </a:solidFill>
          <a:ln xmlns:a="http://schemas.openxmlformats.org/drawingml/2006/main" w="13970">
            <a:solidFill>
              <a:srgbClr val="D7DFEA"/>
            </a:solidFill>
            <a:prstDash val="solid"/>
          </a:ln>
          <a:effectLst xmlns:a="http://schemas.openxmlformats.org/drawingml/2006/main">
            <a:outerShdw algn="bl" rotWithShape="0">
              <a:srgbClr val="0B1F3A">
                <a:alpha val="0"/>
              </a:srgbClr>
            </a:outerShdw>
          </a:effectLst>
        </p:spPr>
      </p:sp>
      <p:pic>
        <p:nvPicPr>
          <p:cNvPr id="63" name="Image 2"/>
          <p:cNvPicPr>
            <a:picLocks xmlns:a="http://schemas.openxmlformats.org/drawingml/2006/main" noChangeAspect="1"/>
          </p:cNvPicPr>
          <p:nvPr/>
        </p:nvPicPr>
        <p:blipFill>
          <a:blip xmlns:r="http://schemas.openxmlformats.org/officeDocument/2006/relationships" xmlns:a="http://schemas.openxmlformats.org/drawingml/2006/main" r:embed="R917de5145c79442c"/>
          <a:stretch xmlns:a="http://schemas.openxmlformats.org/drawingml/2006/main">
            <a:fillRect l="0" t="0" r="0" b="0"/>
          </a:stretch>
        </p:blipFill>
        <p:spPr>
          <a:xfrm xmlns:a="http://schemas.openxmlformats.org/drawingml/2006/main">
            <a:off x="5029200" y="1353312"/>
            <a:ext cx="1600200" cy="3462997"/>
          </a:xfrm>
          <a:prstGeom xmlns:a="http://schemas.openxmlformats.org/drawingml/2006/main" prst="rect">
            <a:avLst/>
          </a:prstGeom>
        </p:spPr>
      </p:pic>
      <p:sp>
        <p:nvSpPr>
          <p:cNvPr id="23" name="Shape 18">
            <a:extLst xmlns:a="http://schemas.openxmlformats.org/drawingml/2006/main">
              <a:ext uri="{FF2B5EF4-FFF2-40B4-BE49-F238E27FC236}">
                <a16:creationId xmlns:a16="http://schemas.microsoft.com/office/drawing/2014/main" id="{127F335B-A88A-4C5E-BB1F-C6FA3BAE40FC}"/>
              </a:ext>
            </a:extLst>
          </p:cNvPr>
          <p:cNvSpPr>
            <a:spLocks xmlns:a="http://schemas.openxmlformats.org/drawingml/2006/main" noGrp="1"/>
          </p:cNvSpPr>
          <p:nvPr/>
        </p:nvSpPr>
        <p:spPr>
          <a:xfrm xmlns:a="http://schemas.openxmlformats.org/drawingml/2006/main">
            <a:off x="4764024" y="5010912"/>
            <a:ext cx="384048" cy="274320"/>
          </a:xfrm>
          <a:prstGeom xmlns:a="http://schemas.openxmlformats.org/drawingml/2006/main" prst="roundRect">
            <a:avLst>
              <a:gd name="adj" fmla="val 26667"/>
            </a:avLst>
          </a:prstGeom>
          <a:solidFill xmlns:a="http://schemas.openxmlformats.org/drawingml/2006/main">
            <a:srgbClr val="EAF2FF"/>
          </a:solidFill>
          <a:ln xmlns:a="http://schemas.openxmlformats.org/drawingml/2006/main" w="12700">
            <a:solidFill>
              <a:srgbClr val="EAF2FF"/>
            </a:solidFill>
            <a:prstDash val="solid"/>
          </a:ln>
        </p:spPr>
      </p:sp>
      <p:sp>
        <p:nvSpPr>
          <p:cNvPr id="24" name="Text 19">
            <a:extLst xmlns:a="http://schemas.openxmlformats.org/drawingml/2006/main">
              <a:ext uri="{FF2B5EF4-FFF2-40B4-BE49-F238E27FC236}">
                <a16:creationId xmlns:a16="http://schemas.microsoft.com/office/drawing/2014/main" id="{79D2A45D-FCE5-4880-B775-F9C91F2CA3B4}"/>
              </a:ext>
            </a:extLst>
          </p:cNvPr>
          <p:cNvSpPr>
            <a:spLocks xmlns:a="http://schemas.openxmlformats.org/drawingml/2006/main" noGrp="1"/>
          </p:cNvSpPr>
          <p:nvPr/>
        </p:nvSpPr>
        <p:spPr>
          <a:xfrm xmlns:a="http://schemas.openxmlformats.org/drawingml/2006/main">
            <a:off x="4837176" y="5020056"/>
            <a:ext cx="23774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40" b="1">
                <a:solidFill>
                  <a:srgbClr val="0F5AC7"/>
                </a:solidFill>
                <a:latin typeface="NanumGothic"/>
                <a:ea typeface="NanumGothic"/>
                <a:cs typeface="NanumGothic"/>
              </a:rPr>
              <a:t>03</a:t>
            </a:r>
            <a:endParaRPr sz="840"/>
          </a:p>
        </p:txBody>
      </p:sp>
      <p:sp>
        <p:nvSpPr>
          <p:cNvPr id="25" name="Text 20">
            <a:extLst xmlns:a="http://schemas.openxmlformats.org/drawingml/2006/main">
              <a:ext uri="{FF2B5EF4-FFF2-40B4-BE49-F238E27FC236}">
                <a16:creationId xmlns:a16="http://schemas.microsoft.com/office/drawing/2014/main" id="{4AFCD6BB-345D-46E2-9C4A-2BCE232FBD55}"/>
              </a:ext>
            </a:extLst>
          </p:cNvPr>
          <p:cNvSpPr>
            <a:spLocks xmlns:a="http://schemas.openxmlformats.org/drawingml/2006/main" noGrp="1"/>
          </p:cNvSpPr>
          <p:nvPr/>
        </p:nvSpPr>
        <p:spPr>
          <a:xfrm xmlns:a="http://schemas.openxmlformats.org/drawingml/2006/main">
            <a:off x="5221224" y="5001768"/>
            <a:ext cx="143560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b="1">
                <a:solidFill>
                  <a:srgbClr val="0B1F3A"/>
                </a:solidFill>
                <a:latin typeface="NanumGothic"/>
                <a:ea typeface="NanumGothic"/>
                <a:cs typeface="NanumGothic"/>
              </a:rPr>
              <a:t>3. AI 역제안 비교</a:t>
            </a:r>
            <a:endParaRPr sz="1020"/>
          </a:p>
        </p:txBody>
      </p:sp>
      <p:sp>
        <p:nvSpPr>
          <p:cNvPr id="26" name="Text 21">
            <a:extLst xmlns:a="http://schemas.openxmlformats.org/drawingml/2006/main">
              <a:ext uri="{FF2B5EF4-FFF2-40B4-BE49-F238E27FC236}">
                <a16:creationId xmlns:a16="http://schemas.microsoft.com/office/drawing/2014/main" id="{CCA95483-0560-405F-872B-69654787662D}"/>
              </a:ext>
            </a:extLst>
          </p:cNvPr>
          <p:cNvSpPr>
            <a:spLocks xmlns:a="http://schemas.openxmlformats.org/drawingml/2006/main" noGrp="1"/>
          </p:cNvSpPr>
          <p:nvPr/>
        </p:nvSpPr>
        <p:spPr>
          <a:xfrm xmlns:a="http://schemas.openxmlformats.org/drawingml/2006/main">
            <a:off x="4764024" y="5358384"/>
            <a:ext cx="193852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825">
                <a:solidFill>
                  <a:srgbClr val="667085"/>
                </a:solidFill>
                <a:latin typeface="NanumGothic"/>
                <a:ea typeface="NanumGothic"/>
                <a:cs typeface="NanumGothic"/>
              </a:rPr>
              <a:t>절감액·시간·마감·필요 TEU와 “AI가 이 제안을 고른 이유”를 함께 확인</a:t>
            </a:r>
            <a:endParaRPr sz="820"/>
          </a:p>
        </p:txBody>
      </p:sp>
      <p:sp>
        <p:nvSpPr>
          <p:cNvPr id="27" name="Shape 22">
            <a:extLst xmlns:a="http://schemas.openxmlformats.org/drawingml/2006/main">
              <a:ext uri="{FF2B5EF4-FFF2-40B4-BE49-F238E27FC236}">
                <a16:creationId xmlns:a16="http://schemas.microsoft.com/office/drawing/2014/main" id="{71C75ABF-E8C0-490F-8741-9A3CCA5476C4}"/>
              </a:ext>
            </a:extLst>
          </p:cNvPr>
          <p:cNvSpPr>
            <a:spLocks xmlns:a="http://schemas.openxmlformats.org/drawingml/2006/main" noGrp="1"/>
          </p:cNvSpPr>
          <p:nvPr/>
        </p:nvSpPr>
        <p:spPr>
          <a:xfrm xmlns:a="http://schemas.openxmlformats.org/drawingml/2006/main">
            <a:off x="6720840" y="3072384"/>
            <a:ext cx="164592" cy="0"/>
          </a:xfrm>
          <a:prstGeom xmlns:a="http://schemas.openxmlformats.org/drawingml/2006/main" prst="line">
            <a:avLst/>
          </a:prstGeom>
          <a:noFill xmlns:a="http://schemas.openxmlformats.org/drawingml/2006/main"/>
          <a:ln xmlns:a="http://schemas.openxmlformats.org/drawingml/2006/main" w="17780">
            <a:solidFill>
              <a:srgbClr val="1769FF"/>
            </a:solidFill>
            <a:prstDash val="solid"/>
            <a:tailEnd type="triangle"/>
          </a:ln>
        </p:spPr>
      </p:sp>
      <p:sp>
        <p:nvSpPr>
          <p:cNvPr id="28" name="Shape 23">
            <a:extLst xmlns:a="http://schemas.openxmlformats.org/drawingml/2006/main">
              <a:ext uri="{FF2B5EF4-FFF2-40B4-BE49-F238E27FC236}">
                <a16:creationId xmlns:a16="http://schemas.microsoft.com/office/drawing/2014/main" id="{ACA200C4-CF52-451E-8430-2B90C573846C}"/>
              </a:ext>
            </a:extLst>
          </p:cNvPr>
          <p:cNvSpPr>
            <a:spLocks xmlns:a="http://schemas.openxmlformats.org/drawingml/2006/main" noGrp="1"/>
          </p:cNvSpPr>
          <p:nvPr/>
        </p:nvSpPr>
        <p:spPr>
          <a:xfrm xmlns:a="http://schemas.openxmlformats.org/drawingml/2006/main">
            <a:off x="7146036" y="1303020"/>
            <a:ext cx="1700784" cy="3563581"/>
          </a:xfrm>
          <a:prstGeom xmlns:a="http://schemas.openxmlformats.org/drawingml/2006/main" prst="roundRect">
            <a:avLst>
              <a:gd name="adj" fmla="val 4301"/>
            </a:avLst>
          </a:prstGeom>
          <a:solidFill xmlns:a="http://schemas.openxmlformats.org/drawingml/2006/main">
            <a:srgbClr val="FFFFFF"/>
          </a:solidFill>
          <a:ln xmlns:a="http://schemas.openxmlformats.org/drawingml/2006/main" w="13970">
            <a:solidFill>
              <a:srgbClr val="1769FF"/>
            </a:solidFill>
            <a:prstDash val="solid"/>
          </a:ln>
          <a:effectLst xmlns:a="http://schemas.openxmlformats.org/drawingml/2006/main">
            <a:outerShdw algn="bl" rotWithShape="0">
              <a:srgbClr val="0B1F3A">
                <a:alpha val="0"/>
              </a:srgbClr>
            </a:outerShdw>
          </a:effectLst>
        </p:spPr>
      </p:sp>
      <p:pic>
        <p:nvPicPr>
          <p:cNvPr id="70" name="Image 3"/>
          <p:cNvPicPr>
            <a:picLocks xmlns:a="http://schemas.openxmlformats.org/drawingml/2006/main" noChangeAspect="1"/>
          </p:cNvPicPr>
          <p:nvPr/>
        </p:nvPicPr>
        <p:blipFill>
          <a:blip xmlns:r="http://schemas.openxmlformats.org/officeDocument/2006/relationships" xmlns:a="http://schemas.openxmlformats.org/drawingml/2006/main" r:embed="Rece16afdb30146d3"/>
          <a:stretch xmlns:a="http://schemas.openxmlformats.org/drawingml/2006/main">
            <a:fillRect l="0" t="0" r="0" b="0"/>
          </a:stretch>
        </p:blipFill>
        <p:spPr>
          <a:xfrm xmlns:a="http://schemas.openxmlformats.org/drawingml/2006/main">
            <a:off x="7196328" y="1353312"/>
            <a:ext cx="1600200" cy="3462997"/>
          </a:xfrm>
          <a:prstGeom xmlns:a="http://schemas.openxmlformats.org/drawingml/2006/main" prst="rect">
            <a:avLst/>
          </a:prstGeom>
        </p:spPr>
      </p:pic>
      <p:sp>
        <p:nvSpPr>
          <p:cNvPr id="30" name="Shape 24">
            <a:extLst xmlns:a="http://schemas.openxmlformats.org/drawingml/2006/main">
              <a:ext uri="{FF2B5EF4-FFF2-40B4-BE49-F238E27FC236}">
                <a16:creationId xmlns:a16="http://schemas.microsoft.com/office/drawing/2014/main" id="{3CAD2AAE-C377-4139-9415-E938B20EE0F7}"/>
              </a:ext>
            </a:extLst>
          </p:cNvPr>
          <p:cNvSpPr>
            <a:spLocks xmlns:a="http://schemas.openxmlformats.org/drawingml/2006/main" noGrp="1"/>
          </p:cNvSpPr>
          <p:nvPr/>
        </p:nvSpPr>
        <p:spPr>
          <a:xfrm xmlns:a="http://schemas.openxmlformats.org/drawingml/2006/main">
            <a:off x="6931152" y="5010912"/>
            <a:ext cx="384048" cy="274320"/>
          </a:xfrm>
          <a:prstGeom xmlns:a="http://schemas.openxmlformats.org/drawingml/2006/main" prst="roundRect">
            <a:avLst>
              <a:gd name="adj" fmla="val 26667"/>
            </a:avLst>
          </a:prstGeom>
          <a:solidFill xmlns:a="http://schemas.openxmlformats.org/drawingml/2006/main">
            <a:srgbClr val="1769FF"/>
          </a:solidFill>
          <a:ln xmlns:a="http://schemas.openxmlformats.org/drawingml/2006/main" w="12700">
            <a:solidFill>
              <a:srgbClr val="1769FF"/>
            </a:solidFill>
            <a:prstDash val="solid"/>
          </a:ln>
        </p:spPr>
      </p:sp>
      <p:sp>
        <p:nvSpPr>
          <p:cNvPr id="31" name="Text 25">
            <a:extLst xmlns:a="http://schemas.openxmlformats.org/drawingml/2006/main">
              <a:ext uri="{FF2B5EF4-FFF2-40B4-BE49-F238E27FC236}">
                <a16:creationId xmlns:a16="http://schemas.microsoft.com/office/drawing/2014/main" id="{AB7CCA34-782A-4C0F-9EE8-36FF6CC7E5B3}"/>
              </a:ext>
            </a:extLst>
          </p:cNvPr>
          <p:cNvSpPr>
            <a:spLocks xmlns:a="http://schemas.openxmlformats.org/drawingml/2006/main" noGrp="1"/>
          </p:cNvSpPr>
          <p:nvPr/>
        </p:nvSpPr>
        <p:spPr>
          <a:xfrm xmlns:a="http://schemas.openxmlformats.org/drawingml/2006/main">
            <a:off x="7004304" y="5020056"/>
            <a:ext cx="23774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40" b="1">
                <a:solidFill>
                  <a:srgbClr val="FFFFFF"/>
                </a:solidFill>
                <a:latin typeface="NanumGothic"/>
                <a:ea typeface="NanumGothic"/>
                <a:cs typeface="NanumGothic"/>
              </a:rPr>
              <a:t>04</a:t>
            </a:r>
            <a:endParaRPr sz="840"/>
          </a:p>
        </p:txBody>
      </p:sp>
      <p:sp>
        <p:nvSpPr>
          <p:cNvPr id="32" name="Text 26">
            <a:extLst xmlns:a="http://schemas.openxmlformats.org/drawingml/2006/main">
              <a:ext uri="{FF2B5EF4-FFF2-40B4-BE49-F238E27FC236}">
                <a16:creationId xmlns:a16="http://schemas.microsoft.com/office/drawing/2014/main" id="{7048523A-FD65-42BE-AC5D-AEBA7B05D4A8}"/>
              </a:ext>
            </a:extLst>
          </p:cNvPr>
          <p:cNvSpPr>
            <a:spLocks xmlns:a="http://schemas.openxmlformats.org/drawingml/2006/main" noGrp="1"/>
          </p:cNvSpPr>
          <p:nvPr/>
        </p:nvSpPr>
        <p:spPr>
          <a:xfrm xmlns:a="http://schemas.openxmlformats.org/drawingml/2006/main">
            <a:off x="7388352" y="5001768"/>
            <a:ext cx="143560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b="1">
                <a:solidFill>
                  <a:srgbClr val="0B1F3A"/>
                </a:solidFill>
                <a:latin typeface="NanumGothic"/>
                <a:ea typeface="NanumGothic"/>
                <a:cs typeface="NanumGothic"/>
              </a:rPr>
              <a:t>4. 다음 행동 선택</a:t>
            </a:r>
            <a:endParaRPr sz="1020"/>
          </a:p>
        </p:txBody>
      </p:sp>
      <p:sp>
        <p:nvSpPr>
          <p:cNvPr id="33" name="Text 27">
            <a:extLst xmlns:a="http://schemas.openxmlformats.org/drawingml/2006/main">
              <a:ext uri="{FF2B5EF4-FFF2-40B4-BE49-F238E27FC236}">
                <a16:creationId xmlns:a16="http://schemas.microsoft.com/office/drawing/2014/main" id="{E10F3059-9AE4-4BBE-B00D-06A9B44900C1}"/>
              </a:ext>
            </a:extLst>
          </p:cNvPr>
          <p:cNvSpPr>
            <a:spLocks xmlns:a="http://schemas.openxmlformats.org/drawingml/2006/main" noGrp="1"/>
          </p:cNvSpPr>
          <p:nvPr/>
        </p:nvSpPr>
        <p:spPr>
          <a:xfrm xmlns:a="http://schemas.openxmlformats.org/drawingml/2006/main">
            <a:off x="6931152" y="5358384"/>
            <a:ext cx="193852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825">
                <a:solidFill>
                  <a:srgbClr val="667085"/>
                </a:solidFill>
                <a:latin typeface="NanumGothic"/>
                <a:ea typeface="NanumGothic"/>
                <a:cs typeface="NanumGothic"/>
              </a:rPr>
              <a:t>내 운송 목록과 함께 보내기 현황을 확인하고, 변동 알림에서 후속 행동을 선택</a:t>
            </a:r>
            <a:endParaRPr sz="820"/>
          </a:p>
        </p:txBody>
      </p:sp>
      <p:sp>
        <p:nvSpPr>
          <p:cNvPr id="34" name="Shape 28">
            <a:extLst xmlns:a="http://schemas.openxmlformats.org/drawingml/2006/main">
              <a:ext uri="{FF2B5EF4-FFF2-40B4-BE49-F238E27FC236}">
                <a16:creationId xmlns:a16="http://schemas.microsoft.com/office/drawing/2014/main" id="{1B3DA95A-0DBB-4791-A542-5721FCE7C713}"/>
              </a:ext>
            </a:extLst>
          </p:cNvPr>
          <p:cNvSpPr>
            <a:spLocks xmlns:a="http://schemas.openxmlformats.org/drawingml/2006/main" noGrp="1"/>
          </p:cNvSpPr>
          <p:nvPr/>
        </p:nvSpPr>
        <p:spPr>
          <a:xfrm xmlns:a="http://schemas.openxmlformats.org/drawingml/2006/main">
            <a:off x="502920" y="5815584"/>
            <a:ext cx="8138160" cy="384048"/>
          </a:xfrm>
          <a:prstGeom xmlns:a="http://schemas.openxmlformats.org/drawingml/2006/main" prst="roundRect">
            <a:avLst>
              <a:gd name="adj" fmla="val 19048"/>
            </a:avLst>
          </a:prstGeom>
          <a:solidFill xmlns:a="http://schemas.openxmlformats.org/drawingml/2006/main">
            <a:srgbClr val="0B1F3A"/>
          </a:solidFill>
          <a:ln xmlns:a="http://schemas.openxmlformats.org/drawingml/2006/main" w="10160">
            <a:solidFill>
              <a:srgbClr val="0B1F3A"/>
            </a:solidFill>
            <a:prstDash val="solid"/>
          </a:ln>
        </p:spPr>
      </p:sp>
      <p:sp>
        <p:nvSpPr>
          <p:cNvPr id="35" name="Text 29">
            <a:extLst xmlns:a="http://schemas.openxmlformats.org/drawingml/2006/main">
              <a:ext uri="{FF2B5EF4-FFF2-40B4-BE49-F238E27FC236}">
                <a16:creationId xmlns:a16="http://schemas.microsoft.com/office/drawing/2014/main" id="{4C27E8E2-C1E7-4BDA-B3E9-D9A544879915}"/>
              </a:ext>
            </a:extLst>
          </p:cNvPr>
          <p:cNvSpPr>
            <a:spLocks xmlns:a="http://schemas.openxmlformats.org/drawingml/2006/main" noGrp="1"/>
          </p:cNvSpPr>
          <p:nvPr/>
        </p:nvSpPr>
        <p:spPr>
          <a:xfrm xmlns:a="http://schemas.openxmlformats.org/drawingml/2006/main">
            <a:off x="694944" y="5907024"/>
            <a:ext cx="775411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825" b="1">
                <a:solidFill>
                  <a:srgbClr val="FFFFFF"/>
                </a:solidFill>
                <a:latin typeface="NanumGothic"/>
                <a:ea typeface="NanumGothic"/>
                <a:cs typeface="NanumGothic"/>
              </a:rPr>
              <a:t>와이어프레임 원칙  |  한 화면 한 결정 · 하단 고정 CTA · 설명 가능한 추천 · 담당자 승인 전 자동 확정 없음</a:t>
            </a:r>
            <a:endParaRPr sz="920"/>
          </a:p>
        </p:txBody>
      </p:sp>
      <p:sp>
        <p:nvSpPr>
          <p:cNvPr id="36" name="Shape 30">
            <a:extLst xmlns:a="http://schemas.openxmlformats.org/drawingml/2006/main">
              <a:ext uri="{FF2B5EF4-FFF2-40B4-BE49-F238E27FC236}">
                <a16:creationId xmlns:a16="http://schemas.microsoft.com/office/drawing/2014/main" id="{74E4E935-068C-43B3-9574-CDE8E10333F2}"/>
              </a:ext>
            </a:extLst>
          </p:cNvPr>
          <p:cNvSpPr>
            <a:spLocks xmlns:a="http://schemas.openxmlformats.org/drawingml/2006/main" noGrp="1"/>
          </p:cNvSpPr>
          <p:nvPr/>
        </p:nvSpPr>
        <p:spPr>
          <a:xfrm xmlns:a="http://schemas.openxmlformats.org/drawingml/2006/main">
            <a:off x="475488" y="6437376"/>
            <a:ext cx="8193024" cy="0"/>
          </a:xfrm>
          <a:prstGeom xmlns:a="http://schemas.openxmlformats.org/drawingml/2006/main" prst="line">
            <a:avLst/>
          </a:prstGeom>
          <a:noFill xmlns:a="http://schemas.openxmlformats.org/drawingml/2006/main"/>
          <a:ln xmlns:a="http://schemas.openxmlformats.org/drawingml/2006/main" w="8890">
            <a:solidFill>
              <a:srgbClr val="D7DFEA"/>
            </a:solidFill>
            <a:prstDash val="solid"/>
          </a:ln>
        </p:spPr>
      </p:sp>
      <p:sp>
        <p:nvSpPr>
          <p:cNvPr id="37" name="Text 31">
            <a:extLst xmlns:a="http://schemas.openxmlformats.org/drawingml/2006/main">
              <a:ext uri="{FF2B5EF4-FFF2-40B4-BE49-F238E27FC236}">
                <a16:creationId xmlns:a16="http://schemas.microsoft.com/office/drawing/2014/main" id="{64B823C4-200A-40E4-971B-CDCB1AC7F4D2}"/>
              </a:ext>
            </a:extLst>
          </p:cNvPr>
          <p:cNvSpPr>
            <a:spLocks xmlns:a="http://schemas.openxmlformats.org/drawingml/2006/main" noGrp="1"/>
          </p:cNvSpPr>
          <p:nvPr/>
        </p:nvSpPr>
        <p:spPr>
          <a:xfrm xmlns:a="http://schemas.openxmlformats.org/drawingml/2006/main">
            <a:off x="475488" y="6492240"/>
            <a:ext cx="388620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50">
                <a:solidFill>
                  <a:srgbClr val="667085"/>
                </a:solidFill>
                <a:latin typeface="NanumGothic"/>
                <a:ea typeface="NanumGothic"/>
                <a:cs typeface="NanumGothic"/>
              </a:rPr>
              <a:t>MOVE AI CHALLENGE 2026 · 레일물류 AI</a:t>
            </a:r>
            <a:endParaRPr sz="750"/>
          </a:p>
        </p:txBody>
      </p:sp>
      <p:sp>
        <p:nvSpPr>
          <p:cNvPr id="38" name="Text 32">
            <a:extLst xmlns:a="http://schemas.openxmlformats.org/drawingml/2006/main">
              <a:ext uri="{FF2B5EF4-FFF2-40B4-BE49-F238E27FC236}">
                <a16:creationId xmlns:a16="http://schemas.microsoft.com/office/drawing/2014/main" id="{04978B06-C495-4985-A001-5A86344DA224}"/>
              </a:ext>
            </a:extLst>
          </p:cNvPr>
          <p:cNvSpPr>
            <a:spLocks xmlns:a="http://schemas.openxmlformats.org/drawingml/2006/main" noGrp="1"/>
          </p:cNvSpPr>
          <p:nvPr/>
        </p:nvSpPr>
        <p:spPr>
          <a:xfrm xmlns:a="http://schemas.openxmlformats.org/drawingml/2006/main">
            <a:off x="8229600" y="6492240"/>
            <a:ext cx="4114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750" b="1">
                <a:solidFill>
                  <a:srgbClr val="667085"/>
                </a:solidFill>
                <a:latin typeface="NanumGothic"/>
                <a:ea typeface="NanumGothic"/>
                <a:cs typeface="NanumGothic"/>
              </a:rPr>
              <a:t>07</a:t>
            </a:r>
            <a:endParaRPr sz="750"/>
          </a:p>
        </p:txBody>
      </p:sp>
    </p:spTree>
    <p:extLst>
      <p:ext uri="{BB962C8B-B14F-4D97-AF65-F5344CB8AC3E}">
        <p14:creationId xmlns:p14="http://schemas.microsoft.com/office/powerpoint/2010/main" val="22239702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F3F2583-27BA-4CA4-9C09-DFA728FCAEB7}"/>
              </a:ext>
            </a:extLst>
          </p:cNvPr>
          <p:cNvSpPr>
            <a:spLocks xmlns:a="http://schemas.openxmlformats.org/drawingml/2006/main" noGrp="1"/>
          </p:cNvSpPr>
          <p:nvPr/>
        </p:nvSpPr>
        <p:spPr>
          <a:xfrm xmlns:a="http://schemas.openxmlformats.org/drawingml/2006/main">
            <a:off x="475488" y="347472"/>
            <a:ext cx="502920" cy="274320"/>
          </a:xfrm>
          <a:prstGeom xmlns:a="http://schemas.openxmlformats.org/drawingml/2006/main" prst="roundRect">
            <a:avLst>
              <a:gd name="adj" fmla="val 26667"/>
            </a:avLst>
          </a:prstGeom>
          <a:solidFill xmlns:a="http://schemas.openxmlformats.org/drawingml/2006/main">
            <a:srgbClr val="0B1F3A"/>
          </a:solidFill>
          <a:ln xmlns:a="http://schemas.openxmlformats.org/drawingml/2006/main" w="12700">
            <a:solidFill>
              <a:srgbClr val="0B1F3A"/>
            </a:solidFill>
            <a:prstDash val="solid"/>
          </a:ln>
        </p:spPr>
      </p:sp>
      <p:sp>
        <p:nvSpPr>
          <p:cNvPr id="3" name="Text 1">
            <a:extLst xmlns:a="http://schemas.openxmlformats.org/drawingml/2006/main">
              <a:ext uri="{FF2B5EF4-FFF2-40B4-BE49-F238E27FC236}">
                <a16:creationId xmlns:a16="http://schemas.microsoft.com/office/drawing/2014/main" id="{E4133842-3A06-45E3-8BD3-E837C033B8E6}"/>
              </a:ext>
            </a:extLst>
          </p:cNvPr>
          <p:cNvSpPr>
            <a:spLocks xmlns:a="http://schemas.openxmlformats.org/drawingml/2006/main" noGrp="1"/>
          </p:cNvSpPr>
          <p:nvPr/>
        </p:nvSpPr>
        <p:spPr>
          <a:xfrm xmlns:a="http://schemas.openxmlformats.org/drawingml/2006/main">
            <a:off x="548640" y="356616"/>
            <a:ext cx="3566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750" b="1">
                <a:solidFill>
                  <a:srgbClr val="FFFFFF"/>
                </a:solidFill>
                <a:latin typeface="NanumGothic"/>
                <a:ea typeface="NanumGothic"/>
                <a:cs typeface="NanumGothic"/>
              </a:rPr>
              <a:t>06</a:t>
            </a:r>
            <a:endParaRPr sz="1000"/>
          </a:p>
        </p:txBody>
      </p:sp>
      <p:sp>
        <p:nvSpPr>
          <p:cNvPr id="4" name="Text 2">
            <a:extLst xmlns:a="http://schemas.openxmlformats.org/drawingml/2006/main">
              <a:ext uri="{FF2B5EF4-FFF2-40B4-BE49-F238E27FC236}">
                <a16:creationId xmlns:a16="http://schemas.microsoft.com/office/drawing/2014/main" id="{9CD38281-0543-4222-810A-C9BF7D681C18}"/>
              </a:ext>
            </a:extLst>
          </p:cNvPr>
          <p:cNvSpPr>
            <a:spLocks xmlns:a="http://schemas.openxmlformats.org/drawingml/2006/main" noGrp="1"/>
          </p:cNvSpPr>
          <p:nvPr/>
        </p:nvSpPr>
        <p:spPr>
          <a:xfrm xmlns:a="http://schemas.openxmlformats.org/drawingml/2006/main">
            <a:off x="1133856" y="274320"/>
            <a:ext cx="71780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2400" b="1">
                <a:solidFill>
                  <a:srgbClr val="0B1F3A"/>
                </a:solidFill>
                <a:latin typeface="NanumGothic"/>
                <a:ea typeface="NanumGothic"/>
                <a:cs typeface="NanumGothic"/>
              </a:rPr>
              <a:t>서비스 화면 2 · 비교부터 검토 요청</a:t>
            </a:r>
            <a:endParaRPr sz="2400"/>
          </a:p>
        </p:txBody>
      </p:sp>
      <p:sp>
        <p:nvSpPr>
          <p:cNvPr id="5" name="Text 3">
            <a:extLst xmlns:a="http://schemas.openxmlformats.org/drawingml/2006/main">
              <a:ext uri="{FF2B5EF4-FFF2-40B4-BE49-F238E27FC236}">
                <a16:creationId xmlns:a16="http://schemas.microsoft.com/office/drawing/2014/main" id="{507A93E3-BA4F-4614-B178-5E4FCBB85314}"/>
              </a:ext>
            </a:extLst>
          </p:cNvPr>
          <p:cNvSpPr>
            <a:spLocks xmlns:a="http://schemas.openxmlformats.org/drawingml/2006/main" noGrp="1"/>
          </p:cNvSpPr>
          <p:nvPr/>
        </p:nvSpPr>
        <p:spPr>
          <a:xfrm xmlns:a="http://schemas.openxmlformats.org/drawingml/2006/main">
            <a:off x="1143000" y="740664"/>
            <a:ext cx="7360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25">
                <a:solidFill>
                  <a:srgbClr val="667085"/>
                </a:solidFill>
                <a:latin typeface="NanumGothic"/>
                <a:ea typeface="NanumGothic"/>
                <a:cs typeface="NanumGothic"/>
              </a:rPr>
              <a:t>같은 기준의 D2D 비교 → 18TEU 공동수송 → 예약이 아닌 담당자 검토 요청까지 사용자가 직접 결정합니다.</a:t>
            </a:r>
            <a:endParaRPr sz="950"/>
          </a:p>
        </p:txBody>
      </p:sp>
      <p:sp>
        <p:nvSpPr>
          <p:cNvPr id="6" name="Shape 4">
            <a:extLst xmlns:a="http://schemas.openxmlformats.org/drawingml/2006/main">
              <a:ext uri="{FF2B5EF4-FFF2-40B4-BE49-F238E27FC236}">
                <a16:creationId xmlns:a16="http://schemas.microsoft.com/office/drawing/2014/main" id="{DDA0CE10-2CBF-457D-9B72-85EAD6039DA6}"/>
              </a:ext>
            </a:extLst>
          </p:cNvPr>
          <p:cNvSpPr>
            <a:spLocks xmlns:a="http://schemas.openxmlformats.org/drawingml/2006/main" noGrp="1"/>
          </p:cNvSpPr>
          <p:nvPr/>
        </p:nvSpPr>
        <p:spPr>
          <a:xfrm xmlns:a="http://schemas.openxmlformats.org/drawingml/2006/main">
            <a:off x="475488" y="1078992"/>
            <a:ext cx="8193024" cy="0"/>
          </a:xfrm>
          <a:prstGeom xmlns:a="http://schemas.openxmlformats.org/drawingml/2006/main" prst="line">
            <a:avLst/>
          </a:prstGeom>
          <a:noFill xmlns:a="http://schemas.openxmlformats.org/drawingml/2006/main"/>
          <a:ln xmlns:a="http://schemas.openxmlformats.org/drawingml/2006/main" w="13970">
            <a:solidFill>
              <a:srgbClr val="D7DFEA"/>
            </a:solidFill>
            <a:prstDash val="solid"/>
          </a:ln>
        </p:spPr>
      </p:sp>
      <p:sp>
        <p:nvSpPr>
          <p:cNvPr id="7" name="Shape 5">
            <a:extLst xmlns:a="http://schemas.openxmlformats.org/drawingml/2006/main">
              <a:ext uri="{FF2B5EF4-FFF2-40B4-BE49-F238E27FC236}">
                <a16:creationId xmlns:a16="http://schemas.microsoft.com/office/drawing/2014/main" id="{2E49D470-3416-4E04-A25F-95BD64AD133E}"/>
              </a:ext>
            </a:extLst>
          </p:cNvPr>
          <p:cNvSpPr>
            <a:spLocks xmlns:a="http://schemas.openxmlformats.org/drawingml/2006/main" noGrp="1"/>
          </p:cNvSpPr>
          <p:nvPr/>
        </p:nvSpPr>
        <p:spPr>
          <a:xfrm xmlns:a="http://schemas.openxmlformats.org/drawingml/2006/main">
            <a:off x="854964" y="1238250"/>
            <a:ext cx="2057400" cy="4095750"/>
          </a:xfrm>
          <a:prstGeom xmlns:a="http://schemas.openxmlformats.org/drawingml/2006/main" prst="roundRect">
            <a:avLst>
              <a:gd name="adj" fmla="val 3556"/>
            </a:avLst>
          </a:prstGeom>
          <a:solidFill xmlns:a="http://schemas.openxmlformats.org/drawingml/2006/main">
            <a:srgbClr val="FFFFFF"/>
          </a:solidFill>
          <a:ln xmlns:a="http://schemas.openxmlformats.org/drawingml/2006/main" w="13970">
            <a:solidFill>
              <a:srgbClr val="D7DFEA"/>
            </a:solidFill>
            <a:prstDash val="solid"/>
          </a:ln>
          <a:effectLst xmlns:a="http://schemas.openxmlformats.org/drawingml/2006/main">
            <a:outerShdw algn="bl" rotWithShape="0">
              <a:srgbClr val="0B1F3A">
                <a:alpha val="0"/>
              </a:srgbClr>
            </a:outerShdw>
          </a:effectLst>
        </p:spPr>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5f6d21b159264e6f"/>
          <a:stretch xmlns:a="http://schemas.openxmlformats.org/drawingml/2006/main">
            <a:fillRect l="0" t="0" r="0" b="0"/>
          </a:stretch>
        </p:blipFill>
        <p:spPr>
          <a:xfrm xmlns:a="http://schemas.openxmlformats.org/drawingml/2006/main">
            <a:off x="905256" y="1285875"/>
            <a:ext cx="1956816" cy="4000500"/>
          </a:xfrm>
          <a:prstGeom xmlns:a="http://schemas.openxmlformats.org/drawingml/2006/main" prst="rect">
            <a:avLst/>
          </a:prstGeom>
        </p:spPr>
      </p:pic>
      <p:sp>
        <p:nvSpPr>
          <p:cNvPr id="9" name="Shape 6">
            <a:extLst xmlns:a="http://schemas.openxmlformats.org/drawingml/2006/main">
              <a:ext uri="{FF2B5EF4-FFF2-40B4-BE49-F238E27FC236}">
                <a16:creationId xmlns:a16="http://schemas.microsoft.com/office/drawing/2014/main" id="{9C56E7FF-FB86-4AFD-A457-673BC8364AC0}"/>
              </a:ext>
            </a:extLst>
          </p:cNvPr>
          <p:cNvSpPr>
            <a:spLocks xmlns:a="http://schemas.openxmlformats.org/drawingml/2006/main" noGrp="1"/>
          </p:cNvSpPr>
          <p:nvPr/>
        </p:nvSpPr>
        <p:spPr>
          <a:xfrm xmlns:a="http://schemas.openxmlformats.org/drawingml/2006/main">
            <a:off x="576072" y="5410200"/>
            <a:ext cx="384048" cy="274320"/>
          </a:xfrm>
          <a:prstGeom xmlns:a="http://schemas.openxmlformats.org/drawingml/2006/main" prst="roundRect">
            <a:avLst>
              <a:gd name="adj" fmla="val 26667"/>
            </a:avLst>
          </a:prstGeom>
          <a:solidFill xmlns:a="http://schemas.openxmlformats.org/drawingml/2006/main">
            <a:srgbClr val="EAF2FF"/>
          </a:solidFill>
          <a:ln xmlns:a="http://schemas.openxmlformats.org/drawingml/2006/main" w="12700">
            <a:solidFill>
              <a:srgbClr val="EAF2FF"/>
            </a:solidFill>
            <a:prstDash val="solid"/>
          </a:ln>
        </p:spPr>
      </p:sp>
      <p:sp>
        <p:nvSpPr>
          <p:cNvPr id="10" name="Text 7">
            <a:extLst xmlns:a="http://schemas.openxmlformats.org/drawingml/2006/main">
              <a:ext uri="{FF2B5EF4-FFF2-40B4-BE49-F238E27FC236}">
                <a16:creationId xmlns:a16="http://schemas.microsoft.com/office/drawing/2014/main" id="{F8BDFCA3-9A01-4361-B420-89F8A20133CA}"/>
              </a:ext>
            </a:extLst>
          </p:cNvPr>
          <p:cNvSpPr>
            <a:spLocks xmlns:a="http://schemas.openxmlformats.org/drawingml/2006/main" noGrp="1"/>
          </p:cNvSpPr>
          <p:nvPr/>
        </p:nvSpPr>
        <p:spPr>
          <a:xfrm xmlns:a="http://schemas.openxmlformats.org/drawingml/2006/main">
            <a:off x="649224" y="5419725"/>
            <a:ext cx="23774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00" b="1">
                <a:solidFill>
                  <a:srgbClr val="1769E8"/>
                </a:solidFill>
                <a:latin typeface="NanumGothic"/>
                <a:ea typeface="NanumGothic"/>
                <a:cs typeface="NanumGothic"/>
              </a:rPr>
              <a:t>05</a:t>
            </a:r>
            <a:endParaRPr sz="850"/>
          </a:p>
        </p:txBody>
      </p:sp>
      <p:sp>
        <p:nvSpPr>
          <p:cNvPr id="11" name="Text 8">
            <a:extLst xmlns:a="http://schemas.openxmlformats.org/drawingml/2006/main">
              <a:ext uri="{FF2B5EF4-FFF2-40B4-BE49-F238E27FC236}">
                <a16:creationId xmlns:a16="http://schemas.microsoft.com/office/drawing/2014/main" id="{1FA110BE-D2F2-4420-982D-CB1A431C6145}"/>
              </a:ext>
            </a:extLst>
          </p:cNvPr>
          <p:cNvSpPr>
            <a:spLocks xmlns:a="http://schemas.openxmlformats.org/drawingml/2006/main" noGrp="1"/>
          </p:cNvSpPr>
          <p:nvPr/>
        </p:nvSpPr>
        <p:spPr>
          <a:xfrm xmlns:a="http://schemas.openxmlformats.org/drawingml/2006/main">
            <a:off x="1033272" y="5391150"/>
            <a:ext cx="2066544" cy="2468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b="1">
                <a:solidFill>
                  <a:srgbClr val="0B1F3A"/>
                </a:solidFill>
                <a:latin typeface="NanumGothic"/>
                <a:ea typeface="NanumGothic"/>
                <a:cs typeface="NanumGothic"/>
              </a:rPr>
              <a:t>D2D 제안 비교</a:t>
            </a:r>
            <a:endParaRPr sz="1050"/>
          </a:p>
        </p:txBody>
      </p:sp>
      <p:sp>
        <p:nvSpPr>
          <p:cNvPr id="12" name="Text 9">
            <a:extLst xmlns:a="http://schemas.openxmlformats.org/drawingml/2006/main">
              <a:ext uri="{FF2B5EF4-FFF2-40B4-BE49-F238E27FC236}">
                <a16:creationId xmlns:a16="http://schemas.microsoft.com/office/drawing/2014/main" id="{7CB0A04F-F662-486C-872C-14936AFCA625}"/>
              </a:ext>
            </a:extLst>
          </p:cNvPr>
          <p:cNvSpPr>
            <a:spLocks xmlns:a="http://schemas.openxmlformats.org/drawingml/2006/main" noGrp="1"/>
          </p:cNvSpPr>
          <p:nvPr/>
        </p:nvSpPr>
        <p:spPr>
          <a:xfrm xmlns:a="http://schemas.openxmlformats.org/drawingml/2006/main">
            <a:off x="576072" y="5753100"/>
            <a:ext cx="261518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825">
                <a:solidFill>
                  <a:srgbClr val="667085"/>
                </a:solidFill>
                <a:latin typeface="NanumGothic"/>
                <a:ea typeface="NanumGothic"/>
                <a:cs typeface="NanumGothic"/>
              </a:rPr>
              <a:t>비용·시간·도착 마감·화차 채움·탄소를 같은 표에서 비교</a:t>
            </a:r>
            <a:endParaRPr sz="810"/>
          </a:p>
        </p:txBody>
      </p:sp>
      <p:sp>
        <p:nvSpPr>
          <p:cNvPr id="13" name="Shape 10">
            <a:extLst xmlns:a="http://schemas.openxmlformats.org/drawingml/2006/main">
              <a:ext uri="{FF2B5EF4-FFF2-40B4-BE49-F238E27FC236}">
                <a16:creationId xmlns:a16="http://schemas.microsoft.com/office/drawing/2014/main" id="{77E3F02B-AEFF-4BD8-B54A-5DC9F65C903A}"/>
              </a:ext>
            </a:extLst>
          </p:cNvPr>
          <p:cNvSpPr>
            <a:spLocks xmlns:a="http://schemas.openxmlformats.org/drawingml/2006/main" noGrp="1"/>
          </p:cNvSpPr>
          <p:nvPr/>
        </p:nvSpPr>
        <p:spPr>
          <a:xfrm xmlns:a="http://schemas.openxmlformats.org/drawingml/2006/main">
            <a:off x="3191256" y="3337560"/>
            <a:ext cx="164592" cy="0"/>
          </a:xfrm>
          <a:prstGeom xmlns:a="http://schemas.openxmlformats.org/drawingml/2006/main" prst="line">
            <a:avLst/>
          </a:prstGeom>
          <a:noFill xmlns:a="http://schemas.openxmlformats.org/drawingml/2006/main"/>
          <a:ln xmlns:a="http://schemas.openxmlformats.org/drawingml/2006/main" w="19050">
            <a:solidFill>
              <a:srgbClr val="39D98A"/>
            </a:solidFill>
            <a:prstDash val="solid"/>
            <a:tailEnd type="triangle"/>
          </a:ln>
        </p:spPr>
      </p:sp>
      <p:sp>
        <p:nvSpPr>
          <p:cNvPr id="14" name="Shape 11">
            <a:extLst xmlns:a="http://schemas.openxmlformats.org/drawingml/2006/main">
              <a:ext uri="{FF2B5EF4-FFF2-40B4-BE49-F238E27FC236}">
                <a16:creationId xmlns:a16="http://schemas.microsoft.com/office/drawing/2014/main" id="{66AACF16-F7C5-4DA9-BD8B-6FB2F429C7A0}"/>
              </a:ext>
            </a:extLst>
          </p:cNvPr>
          <p:cNvSpPr>
            <a:spLocks xmlns:a="http://schemas.openxmlformats.org/drawingml/2006/main" noGrp="1"/>
          </p:cNvSpPr>
          <p:nvPr/>
        </p:nvSpPr>
        <p:spPr>
          <a:xfrm xmlns:a="http://schemas.openxmlformats.org/drawingml/2006/main">
            <a:off x="3653028" y="1238250"/>
            <a:ext cx="2057400" cy="4095750"/>
          </a:xfrm>
          <a:prstGeom xmlns:a="http://schemas.openxmlformats.org/drawingml/2006/main" prst="roundRect">
            <a:avLst>
              <a:gd name="adj" fmla="val 3556"/>
            </a:avLst>
          </a:prstGeom>
          <a:solidFill xmlns:a="http://schemas.openxmlformats.org/drawingml/2006/main">
            <a:srgbClr val="FFFFFF"/>
          </a:solidFill>
          <a:ln xmlns:a="http://schemas.openxmlformats.org/drawingml/2006/main" w="13970">
            <a:solidFill>
              <a:srgbClr val="39D98A"/>
            </a:solidFill>
            <a:prstDash val="solid"/>
          </a:ln>
          <a:effectLst xmlns:a="http://schemas.openxmlformats.org/drawingml/2006/main">
            <a:outerShdw algn="bl" rotWithShape="0">
              <a:srgbClr val="0B1F3A">
                <a:alpha val="0"/>
              </a:srgbClr>
            </a:outerShdw>
          </a:effectLst>
        </p:spPr>
      </p:sp>
      <p:pic>
        <p:nvPicPr>
          <p:cNvPr id="49" name="Image 1"/>
          <p:cNvPicPr>
            <a:picLocks xmlns:a="http://schemas.openxmlformats.org/drawingml/2006/main" noChangeAspect="1"/>
          </p:cNvPicPr>
          <p:nvPr/>
        </p:nvPicPr>
        <p:blipFill>
          <a:blip xmlns:r="http://schemas.openxmlformats.org/officeDocument/2006/relationships" xmlns:a="http://schemas.openxmlformats.org/drawingml/2006/main" r:embed="Rc8a8b26cbde54506"/>
          <a:stretch xmlns:a="http://schemas.openxmlformats.org/drawingml/2006/main">
            <a:fillRect l="0" t="0" r="0" b="0"/>
          </a:stretch>
        </p:blipFill>
        <p:spPr>
          <a:xfrm xmlns:a="http://schemas.openxmlformats.org/drawingml/2006/main">
            <a:off x="3703320" y="1285875"/>
            <a:ext cx="1956816" cy="4000500"/>
          </a:xfrm>
          <a:prstGeom xmlns:a="http://schemas.openxmlformats.org/drawingml/2006/main" prst="rect">
            <a:avLst/>
          </a:prstGeom>
        </p:spPr>
      </p:pic>
      <p:sp>
        <p:nvSpPr>
          <p:cNvPr id="16" name="Shape 12">
            <a:extLst xmlns:a="http://schemas.openxmlformats.org/drawingml/2006/main">
              <a:ext uri="{FF2B5EF4-FFF2-40B4-BE49-F238E27FC236}">
                <a16:creationId xmlns:a16="http://schemas.microsoft.com/office/drawing/2014/main" id="{F98E2935-5760-44BB-BB2D-6AE7343F63F1}"/>
              </a:ext>
            </a:extLst>
          </p:cNvPr>
          <p:cNvSpPr>
            <a:spLocks xmlns:a="http://schemas.openxmlformats.org/drawingml/2006/main" noGrp="1"/>
          </p:cNvSpPr>
          <p:nvPr/>
        </p:nvSpPr>
        <p:spPr>
          <a:xfrm xmlns:a="http://schemas.openxmlformats.org/drawingml/2006/main">
            <a:off x="3374136" y="5410200"/>
            <a:ext cx="384048" cy="274320"/>
          </a:xfrm>
          <a:prstGeom xmlns:a="http://schemas.openxmlformats.org/drawingml/2006/main" prst="roundRect">
            <a:avLst>
              <a:gd name="adj" fmla="val 26667"/>
            </a:avLst>
          </a:prstGeom>
          <a:solidFill xmlns:a="http://schemas.openxmlformats.org/drawingml/2006/main">
            <a:srgbClr val="0A7C50"/>
          </a:solidFill>
          <a:ln xmlns:a="http://schemas.openxmlformats.org/drawingml/2006/main" w="12700">
            <a:solidFill>
              <a:srgbClr val="0A7C50"/>
            </a:solidFill>
            <a:prstDash val="solid"/>
          </a:ln>
        </p:spPr>
      </p:sp>
      <p:sp>
        <p:nvSpPr>
          <p:cNvPr id="17" name="Text 13">
            <a:extLst xmlns:a="http://schemas.openxmlformats.org/drawingml/2006/main">
              <a:ext uri="{FF2B5EF4-FFF2-40B4-BE49-F238E27FC236}">
                <a16:creationId xmlns:a16="http://schemas.microsoft.com/office/drawing/2014/main" id="{E9837553-10F1-4F1A-98AD-E872C1FF83A7}"/>
              </a:ext>
            </a:extLst>
          </p:cNvPr>
          <p:cNvSpPr>
            <a:spLocks xmlns:a="http://schemas.openxmlformats.org/drawingml/2006/main" noGrp="1"/>
          </p:cNvSpPr>
          <p:nvPr/>
        </p:nvSpPr>
        <p:spPr>
          <a:xfrm xmlns:a="http://schemas.openxmlformats.org/drawingml/2006/main">
            <a:off x="3447288" y="5419725"/>
            <a:ext cx="23774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00" b="1">
                <a:solidFill>
                  <a:srgbClr val="FFFFFF"/>
                </a:solidFill>
                <a:latin typeface="NanumGothic"/>
                <a:ea typeface="NanumGothic"/>
                <a:cs typeface="NanumGothic"/>
              </a:rPr>
              <a:t>06</a:t>
            </a:r>
            <a:endParaRPr sz="850"/>
          </a:p>
        </p:txBody>
      </p:sp>
      <p:sp>
        <p:nvSpPr>
          <p:cNvPr id="18" name="Text 14">
            <a:extLst xmlns:a="http://schemas.openxmlformats.org/drawingml/2006/main">
              <a:ext uri="{FF2B5EF4-FFF2-40B4-BE49-F238E27FC236}">
                <a16:creationId xmlns:a16="http://schemas.microsoft.com/office/drawing/2014/main" id="{9F03CC37-0AAC-4601-B532-0309337070C3}"/>
              </a:ext>
            </a:extLst>
          </p:cNvPr>
          <p:cNvSpPr>
            <a:spLocks xmlns:a="http://schemas.openxmlformats.org/drawingml/2006/main" noGrp="1"/>
          </p:cNvSpPr>
          <p:nvPr/>
        </p:nvSpPr>
        <p:spPr>
          <a:xfrm xmlns:a="http://schemas.openxmlformats.org/drawingml/2006/main">
            <a:off x="3831336" y="5391150"/>
            <a:ext cx="2066544" cy="2468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b="1">
                <a:solidFill>
                  <a:srgbClr val="0B1F3A"/>
                </a:solidFill>
                <a:latin typeface="NanumGothic"/>
                <a:ea typeface="NanumGothic"/>
                <a:cs typeface="NanumGothic"/>
              </a:rPr>
              <a:t>18TEU 공동수송 달성</a:t>
            </a:r>
            <a:endParaRPr sz="1050"/>
          </a:p>
        </p:txBody>
      </p:sp>
      <p:sp>
        <p:nvSpPr>
          <p:cNvPr id="19" name="Text 15">
            <a:extLst xmlns:a="http://schemas.openxmlformats.org/drawingml/2006/main">
              <a:ext uri="{FF2B5EF4-FFF2-40B4-BE49-F238E27FC236}">
                <a16:creationId xmlns:a16="http://schemas.microsoft.com/office/drawing/2014/main" id="{A4C0F17D-3EC2-46B9-B7F5-209A0CA52A5F}"/>
              </a:ext>
            </a:extLst>
          </p:cNvPr>
          <p:cNvSpPr>
            <a:spLocks xmlns:a="http://schemas.openxmlformats.org/drawingml/2006/main" noGrp="1"/>
          </p:cNvSpPr>
          <p:nvPr/>
        </p:nvSpPr>
        <p:spPr>
          <a:xfrm xmlns:a="http://schemas.openxmlformats.org/drawingml/2006/main">
            <a:off x="3374136" y="5753100"/>
            <a:ext cx="261518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825">
                <a:solidFill>
                  <a:srgbClr val="667085"/>
                </a:solidFill>
                <a:latin typeface="NanumGothic"/>
                <a:ea typeface="NanumGothic"/>
                <a:cs typeface="NanumGothic"/>
              </a:rPr>
              <a:t>15→18TEU 이벤트와 1TEU당 64→61만원 재계산을 실시간 확인</a:t>
            </a:r>
            <a:endParaRPr sz="810"/>
          </a:p>
        </p:txBody>
      </p:sp>
      <p:sp>
        <p:nvSpPr>
          <p:cNvPr id="20" name="Shape 16">
            <a:extLst xmlns:a="http://schemas.openxmlformats.org/drawingml/2006/main">
              <a:ext uri="{FF2B5EF4-FFF2-40B4-BE49-F238E27FC236}">
                <a16:creationId xmlns:a16="http://schemas.microsoft.com/office/drawing/2014/main" id="{99F4DC92-0EB6-49D6-9847-5B497B7DE584}"/>
              </a:ext>
            </a:extLst>
          </p:cNvPr>
          <p:cNvSpPr>
            <a:spLocks xmlns:a="http://schemas.openxmlformats.org/drawingml/2006/main" noGrp="1"/>
          </p:cNvSpPr>
          <p:nvPr/>
        </p:nvSpPr>
        <p:spPr>
          <a:xfrm xmlns:a="http://schemas.openxmlformats.org/drawingml/2006/main">
            <a:off x="5989320" y="3337560"/>
            <a:ext cx="164592" cy="0"/>
          </a:xfrm>
          <a:prstGeom xmlns:a="http://schemas.openxmlformats.org/drawingml/2006/main" prst="line">
            <a:avLst/>
          </a:prstGeom>
          <a:noFill xmlns:a="http://schemas.openxmlformats.org/drawingml/2006/main"/>
          <a:ln xmlns:a="http://schemas.openxmlformats.org/drawingml/2006/main" w="19050">
            <a:solidFill>
              <a:srgbClr val="1769FF"/>
            </a:solidFill>
            <a:prstDash val="solid"/>
            <a:tailEnd type="triangle"/>
          </a:ln>
        </p:spPr>
      </p:sp>
      <p:sp>
        <p:nvSpPr>
          <p:cNvPr id="21" name="Shape 17">
            <a:extLst xmlns:a="http://schemas.openxmlformats.org/drawingml/2006/main">
              <a:ext uri="{FF2B5EF4-FFF2-40B4-BE49-F238E27FC236}">
                <a16:creationId xmlns:a16="http://schemas.microsoft.com/office/drawing/2014/main" id="{67B873F4-9BC4-4E70-9CF2-0749592F9346}"/>
              </a:ext>
            </a:extLst>
          </p:cNvPr>
          <p:cNvSpPr>
            <a:spLocks xmlns:a="http://schemas.openxmlformats.org/drawingml/2006/main" noGrp="1"/>
          </p:cNvSpPr>
          <p:nvPr/>
        </p:nvSpPr>
        <p:spPr>
          <a:xfrm xmlns:a="http://schemas.openxmlformats.org/drawingml/2006/main">
            <a:off x="6451092" y="1238250"/>
            <a:ext cx="2057400" cy="4095750"/>
          </a:xfrm>
          <a:prstGeom xmlns:a="http://schemas.openxmlformats.org/drawingml/2006/main" prst="roundRect">
            <a:avLst>
              <a:gd name="adj" fmla="val 3556"/>
            </a:avLst>
          </a:prstGeom>
          <a:solidFill xmlns:a="http://schemas.openxmlformats.org/drawingml/2006/main">
            <a:srgbClr val="FFFFFF"/>
          </a:solidFill>
          <a:ln xmlns:a="http://schemas.openxmlformats.org/drawingml/2006/main" w="13970">
            <a:solidFill>
              <a:srgbClr val="D7DFEA"/>
            </a:solidFill>
            <a:prstDash val="solid"/>
          </a:ln>
          <a:effectLst xmlns:a="http://schemas.openxmlformats.org/drawingml/2006/main">
            <a:outerShdw algn="bl" rotWithShape="0">
              <a:srgbClr val="0B1F3A">
                <a:alpha val="0"/>
              </a:srgbClr>
            </a:outerShdw>
          </a:effectLst>
        </p:spPr>
      </p:sp>
      <p:pic>
        <p:nvPicPr>
          <p:cNvPr id="56" name="Image 2"/>
          <p:cNvPicPr>
            <a:picLocks xmlns:a="http://schemas.openxmlformats.org/drawingml/2006/main" noChangeAspect="1"/>
          </p:cNvPicPr>
          <p:nvPr/>
        </p:nvPicPr>
        <p:blipFill>
          <a:blip xmlns:r="http://schemas.openxmlformats.org/officeDocument/2006/relationships" xmlns:a="http://schemas.openxmlformats.org/drawingml/2006/main" r:embed="R4dcaec2dc8814a9d"/>
          <a:stretch xmlns:a="http://schemas.openxmlformats.org/drawingml/2006/main">
            <a:fillRect l="0" t="0" r="0" b="0"/>
          </a:stretch>
        </p:blipFill>
        <p:spPr>
          <a:xfrm xmlns:a="http://schemas.openxmlformats.org/drawingml/2006/main">
            <a:off x="6501384" y="1285875"/>
            <a:ext cx="1956816" cy="4000500"/>
          </a:xfrm>
          <a:prstGeom xmlns:a="http://schemas.openxmlformats.org/drawingml/2006/main" prst="rect">
            <a:avLst/>
          </a:prstGeom>
        </p:spPr>
      </p:pic>
      <p:sp>
        <p:nvSpPr>
          <p:cNvPr id="23" name="Shape 18">
            <a:extLst xmlns:a="http://schemas.openxmlformats.org/drawingml/2006/main">
              <a:ext uri="{FF2B5EF4-FFF2-40B4-BE49-F238E27FC236}">
                <a16:creationId xmlns:a16="http://schemas.microsoft.com/office/drawing/2014/main" id="{EFE06EB2-4E3F-48FF-A174-DC377110E29D}"/>
              </a:ext>
            </a:extLst>
          </p:cNvPr>
          <p:cNvSpPr>
            <a:spLocks xmlns:a="http://schemas.openxmlformats.org/drawingml/2006/main" noGrp="1"/>
          </p:cNvSpPr>
          <p:nvPr/>
        </p:nvSpPr>
        <p:spPr>
          <a:xfrm xmlns:a="http://schemas.openxmlformats.org/drawingml/2006/main">
            <a:off x="6172200" y="5410200"/>
            <a:ext cx="384048" cy="274320"/>
          </a:xfrm>
          <a:prstGeom xmlns:a="http://schemas.openxmlformats.org/drawingml/2006/main" prst="roundRect">
            <a:avLst>
              <a:gd name="adj" fmla="val 26667"/>
            </a:avLst>
          </a:prstGeom>
          <a:solidFill xmlns:a="http://schemas.openxmlformats.org/drawingml/2006/main">
            <a:srgbClr val="EAF2FF"/>
          </a:solidFill>
          <a:ln xmlns:a="http://schemas.openxmlformats.org/drawingml/2006/main" w="12700">
            <a:solidFill>
              <a:srgbClr val="EAF2FF"/>
            </a:solidFill>
            <a:prstDash val="solid"/>
          </a:ln>
        </p:spPr>
      </p:sp>
      <p:sp>
        <p:nvSpPr>
          <p:cNvPr id="24" name="Text 19">
            <a:extLst xmlns:a="http://schemas.openxmlformats.org/drawingml/2006/main">
              <a:ext uri="{FF2B5EF4-FFF2-40B4-BE49-F238E27FC236}">
                <a16:creationId xmlns:a16="http://schemas.microsoft.com/office/drawing/2014/main" id="{10A4E271-2C33-46CA-A18C-F49DCDC7FADE}"/>
              </a:ext>
            </a:extLst>
          </p:cNvPr>
          <p:cNvSpPr>
            <a:spLocks xmlns:a="http://schemas.openxmlformats.org/drawingml/2006/main" noGrp="1"/>
          </p:cNvSpPr>
          <p:nvPr/>
        </p:nvSpPr>
        <p:spPr>
          <a:xfrm xmlns:a="http://schemas.openxmlformats.org/drawingml/2006/main">
            <a:off x="6245352" y="5419725"/>
            <a:ext cx="23774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00" b="1">
                <a:solidFill>
                  <a:srgbClr val="1769E8"/>
                </a:solidFill>
                <a:latin typeface="NanumGothic"/>
                <a:ea typeface="NanumGothic"/>
                <a:cs typeface="NanumGothic"/>
              </a:rPr>
              <a:t>07</a:t>
            </a:r>
            <a:endParaRPr sz="850"/>
          </a:p>
        </p:txBody>
      </p:sp>
      <p:sp>
        <p:nvSpPr>
          <p:cNvPr id="25" name="Text 20">
            <a:extLst xmlns:a="http://schemas.openxmlformats.org/drawingml/2006/main">
              <a:ext uri="{FF2B5EF4-FFF2-40B4-BE49-F238E27FC236}">
                <a16:creationId xmlns:a16="http://schemas.microsoft.com/office/drawing/2014/main" id="{1384F8E5-6BAF-4D65-920F-42F3ED0599BF}"/>
              </a:ext>
            </a:extLst>
          </p:cNvPr>
          <p:cNvSpPr>
            <a:spLocks xmlns:a="http://schemas.openxmlformats.org/drawingml/2006/main" noGrp="1"/>
          </p:cNvSpPr>
          <p:nvPr/>
        </p:nvSpPr>
        <p:spPr>
          <a:xfrm xmlns:a="http://schemas.openxmlformats.org/drawingml/2006/main">
            <a:off x="6629400" y="5391150"/>
            <a:ext cx="2066544" cy="2468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b="1">
                <a:solidFill>
                  <a:srgbClr val="0B1F3A"/>
                </a:solidFill>
                <a:latin typeface="NanumGothic"/>
                <a:ea typeface="NanumGothic"/>
                <a:cs typeface="NanumGothic"/>
              </a:rPr>
              <a:t>담당자 검토 요청 완료</a:t>
            </a:r>
            <a:endParaRPr sz="1050"/>
          </a:p>
        </p:txBody>
      </p:sp>
      <p:sp>
        <p:nvSpPr>
          <p:cNvPr id="26" name="Text 21">
            <a:extLst xmlns:a="http://schemas.openxmlformats.org/drawingml/2006/main">
              <a:ext uri="{FF2B5EF4-FFF2-40B4-BE49-F238E27FC236}">
                <a16:creationId xmlns:a16="http://schemas.microsoft.com/office/drawing/2014/main" id="{9CB9AD32-47BE-42F3-BFAA-C4432272A34A}"/>
              </a:ext>
            </a:extLst>
          </p:cNvPr>
          <p:cNvSpPr>
            <a:spLocks xmlns:a="http://schemas.openxmlformats.org/drawingml/2006/main" noGrp="1"/>
          </p:cNvSpPr>
          <p:nvPr/>
        </p:nvSpPr>
        <p:spPr>
          <a:xfrm xmlns:a="http://schemas.openxmlformats.org/drawingml/2006/main">
            <a:off x="6172200" y="5753100"/>
            <a:ext cx="261518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825">
                <a:solidFill>
                  <a:srgbClr val="667085"/>
                </a:solidFill>
                <a:latin typeface="NanumGothic"/>
                <a:ea typeface="NanumGothic"/>
                <a:cs typeface="NanumGothic"/>
              </a:rPr>
              <a:t>예약 아님을 고지하고 검토 번호·연락 절차·후속 알림을 제공</a:t>
            </a:r>
            <a:endParaRPr sz="810"/>
          </a:p>
        </p:txBody>
      </p:sp>
      <p:sp>
        <p:nvSpPr>
          <p:cNvPr id="27" name="Shape 22">
            <a:extLst xmlns:a="http://schemas.openxmlformats.org/drawingml/2006/main">
              <a:ext uri="{FF2B5EF4-FFF2-40B4-BE49-F238E27FC236}">
                <a16:creationId xmlns:a16="http://schemas.microsoft.com/office/drawing/2014/main" id="{AA75A6B8-3859-4F53-9E13-64A75EF5088D}"/>
              </a:ext>
            </a:extLst>
          </p:cNvPr>
          <p:cNvSpPr>
            <a:spLocks xmlns:a="http://schemas.openxmlformats.org/drawingml/2006/main" noGrp="1"/>
          </p:cNvSpPr>
          <p:nvPr/>
        </p:nvSpPr>
        <p:spPr>
          <a:xfrm xmlns:a="http://schemas.openxmlformats.org/drawingml/2006/main">
            <a:off x="7525512" y="1179576"/>
            <a:ext cx="960120" cy="274320"/>
          </a:xfrm>
          <a:prstGeom xmlns:a="http://schemas.openxmlformats.org/drawingml/2006/main" prst="roundRect">
            <a:avLst>
              <a:gd name="adj" fmla="val 26667"/>
            </a:avLst>
          </a:prstGeom>
          <a:solidFill xmlns:a="http://schemas.openxmlformats.org/drawingml/2006/main">
            <a:srgbClr val="E8F8F1"/>
          </a:solidFill>
          <a:ln xmlns:a="http://schemas.openxmlformats.org/drawingml/2006/main" w="12700">
            <a:solidFill>
              <a:srgbClr val="E8F8F1"/>
            </a:solidFill>
            <a:prstDash val="solid"/>
          </a:ln>
        </p:spPr>
      </p:sp>
      <p:sp>
        <p:nvSpPr>
          <p:cNvPr id="28" name="Text 23">
            <a:extLst xmlns:a="http://schemas.openxmlformats.org/drawingml/2006/main">
              <a:ext uri="{FF2B5EF4-FFF2-40B4-BE49-F238E27FC236}">
                <a16:creationId xmlns:a16="http://schemas.microsoft.com/office/drawing/2014/main" id="{6AB5D095-A86C-4A0A-BB9D-4552F8B6B81C}"/>
              </a:ext>
            </a:extLst>
          </p:cNvPr>
          <p:cNvSpPr>
            <a:spLocks xmlns:a="http://schemas.openxmlformats.org/drawingml/2006/main" noGrp="1"/>
          </p:cNvSpPr>
          <p:nvPr/>
        </p:nvSpPr>
        <p:spPr>
          <a:xfrm xmlns:a="http://schemas.openxmlformats.org/drawingml/2006/main">
            <a:off x="7598664" y="1188720"/>
            <a:ext cx="8138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30" b="1">
                <a:solidFill>
                  <a:srgbClr val="0A7C50"/>
                </a:solidFill>
                <a:latin typeface="NanumGothic"/>
                <a:ea typeface="NanumGothic"/>
                <a:cs typeface="NanumGothic"/>
              </a:rPr>
              <a:t>SSE LIVE</a:t>
            </a:r>
            <a:endParaRPr sz="830"/>
          </a:p>
        </p:txBody>
      </p:sp>
      <p:sp>
        <p:nvSpPr>
          <p:cNvPr id="29" name="Text 24">
            <a:extLst xmlns:a="http://schemas.openxmlformats.org/drawingml/2006/main">
              <a:ext uri="{FF2B5EF4-FFF2-40B4-BE49-F238E27FC236}">
                <a16:creationId xmlns:a16="http://schemas.microsoft.com/office/drawing/2014/main" id="{A5FE2C4B-1481-4426-A90F-CA8CE617F89C}"/>
              </a:ext>
            </a:extLst>
          </p:cNvPr>
          <p:cNvSpPr>
            <a:spLocks xmlns:a="http://schemas.openxmlformats.org/drawingml/2006/main" noGrp="1"/>
          </p:cNvSpPr>
          <p:nvPr/>
        </p:nvSpPr>
        <p:spPr>
          <a:xfrm xmlns:a="http://schemas.openxmlformats.org/drawingml/2006/main">
            <a:off x="475488" y="6254496"/>
            <a:ext cx="77266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720" i="1">
                <a:solidFill>
                  <a:srgbClr val="667085"/>
                </a:solidFill>
                <a:latin typeface="NanumGothic"/>
                <a:ea typeface="NanumGothic"/>
                <a:cs typeface="NanumGothic"/>
              </a:rPr>
              <a:t>화면 속 회사·물량·비용은 해커톤 시연용 가상 데이터이며, 실제 운임과 적재 가능 여부는 확정하지 않습니다.</a:t>
            </a:r>
            <a:endParaRPr sz="720"/>
          </a:p>
        </p:txBody>
      </p:sp>
      <p:sp>
        <p:nvSpPr>
          <p:cNvPr id="30" name="Shape 25">
            <a:extLst xmlns:a="http://schemas.openxmlformats.org/drawingml/2006/main">
              <a:ext uri="{FF2B5EF4-FFF2-40B4-BE49-F238E27FC236}">
                <a16:creationId xmlns:a16="http://schemas.microsoft.com/office/drawing/2014/main" id="{40D2A3AD-A30B-4645-8DFF-F2D289FE0F83}"/>
              </a:ext>
            </a:extLst>
          </p:cNvPr>
          <p:cNvSpPr>
            <a:spLocks xmlns:a="http://schemas.openxmlformats.org/drawingml/2006/main" noGrp="1"/>
          </p:cNvSpPr>
          <p:nvPr/>
        </p:nvSpPr>
        <p:spPr>
          <a:xfrm xmlns:a="http://schemas.openxmlformats.org/drawingml/2006/main">
            <a:off x="475488" y="6437376"/>
            <a:ext cx="8193024" cy="0"/>
          </a:xfrm>
          <a:prstGeom xmlns:a="http://schemas.openxmlformats.org/drawingml/2006/main" prst="line">
            <a:avLst/>
          </a:prstGeom>
          <a:noFill xmlns:a="http://schemas.openxmlformats.org/drawingml/2006/main"/>
          <a:ln xmlns:a="http://schemas.openxmlformats.org/drawingml/2006/main" w="8890">
            <a:solidFill>
              <a:srgbClr val="D7DFEA"/>
            </a:solidFill>
            <a:prstDash val="solid"/>
          </a:ln>
        </p:spPr>
      </p:sp>
      <p:sp>
        <p:nvSpPr>
          <p:cNvPr id="31" name="Text 26">
            <a:extLst xmlns:a="http://schemas.openxmlformats.org/drawingml/2006/main">
              <a:ext uri="{FF2B5EF4-FFF2-40B4-BE49-F238E27FC236}">
                <a16:creationId xmlns:a16="http://schemas.microsoft.com/office/drawing/2014/main" id="{2D25FA2E-EB55-44D0-B47B-D7C0BE4C69FE}"/>
              </a:ext>
            </a:extLst>
          </p:cNvPr>
          <p:cNvSpPr>
            <a:spLocks xmlns:a="http://schemas.openxmlformats.org/drawingml/2006/main" noGrp="1"/>
          </p:cNvSpPr>
          <p:nvPr/>
        </p:nvSpPr>
        <p:spPr>
          <a:xfrm xmlns:a="http://schemas.openxmlformats.org/drawingml/2006/main">
            <a:off x="475488" y="6492240"/>
            <a:ext cx="388620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50">
                <a:solidFill>
                  <a:srgbClr val="667085"/>
                </a:solidFill>
                <a:latin typeface="NanumGothic"/>
                <a:ea typeface="NanumGothic"/>
                <a:cs typeface="NanumGothic"/>
              </a:rPr>
              <a:t>MOVE AI CHALLENGE 2026 · 레일물류 AI</a:t>
            </a:r>
            <a:endParaRPr sz="750"/>
          </a:p>
        </p:txBody>
      </p:sp>
      <p:sp>
        <p:nvSpPr>
          <p:cNvPr id="32" name="Text 27">
            <a:extLst xmlns:a="http://schemas.openxmlformats.org/drawingml/2006/main">
              <a:ext uri="{FF2B5EF4-FFF2-40B4-BE49-F238E27FC236}">
                <a16:creationId xmlns:a16="http://schemas.microsoft.com/office/drawing/2014/main" id="{3286C13B-D194-4C4C-B234-E074B9FFC6B2}"/>
              </a:ext>
            </a:extLst>
          </p:cNvPr>
          <p:cNvSpPr>
            <a:spLocks xmlns:a="http://schemas.openxmlformats.org/drawingml/2006/main" noGrp="1"/>
          </p:cNvSpPr>
          <p:nvPr/>
        </p:nvSpPr>
        <p:spPr>
          <a:xfrm xmlns:a="http://schemas.openxmlformats.org/drawingml/2006/main">
            <a:off x="8229600" y="6492240"/>
            <a:ext cx="4114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750" b="1">
                <a:solidFill>
                  <a:srgbClr val="667085"/>
                </a:solidFill>
                <a:latin typeface="NanumGothic"/>
                <a:ea typeface="NanumGothic"/>
                <a:cs typeface="NanumGothic"/>
              </a:rPr>
              <a:t>08</a:t>
            </a:r>
            <a:endParaRPr sz="750"/>
          </a:p>
        </p:txBody>
      </p:sp>
    </p:spTree>
    <p:extLst>
      <p:ext uri="{BB962C8B-B14F-4D97-AF65-F5344CB8AC3E}">
        <p14:creationId xmlns:p14="http://schemas.microsoft.com/office/powerpoint/2010/main" val="175511874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0945DF3-DF8A-44EA-BA35-F260315D4531}"/>
              </a:ext>
            </a:extLst>
          </p:cNvPr>
          <p:cNvSpPr>
            <a:spLocks xmlns:a="http://schemas.openxmlformats.org/drawingml/2006/main" noGrp="1"/>
          </p:cNvSpPr>
          <p:nvPr/>
        </p:nvSpPr>
        <p:spPr>
          <a:xfrm xmlns:a="http://schemas.openxmlformats.org/drawingml/2006/main">
            <a:off x="475488" y="347472"/>
            <a:ext cx="502920" cy="274320"/>
          </a:xfrm>
          <a:prstGeom xmlns:a="http://schemas.openxmlformats.org/drawingml/2006/main" prst="roundRect">
            <a:avLst>
              <a:gd name="adj" fmla="val 26667"/>
            </a:avLst>
          </a:prstGeom>
          <a:solidFill xmlns:a="http://schemas.openxmlformats.org/drawingml/2006/main">
            <a:srgbClr val="0B1F3A"/>
          </a:solidFill>
          <a:ln xmlns:a="http://schemas.openxmlformats.org/drawingml/2006/main" w="12700">
            <a:solidFill>
              <a:srgbClr val="0B1F3A"/>
            </a:solidFill>
            <a:prstDash val="solid"/>
          </a:ln>
        </p:spPr>
      </p:sp>
      <p:sp>
        <p:nvSpPr>
          <p:cNvPr id="3" name="Text 1">
            <a:extLst xmlns:a="http://schemas.openxmlformats.org/drawingml/2006/main">
              <a:ext uri="{FF2B5EF4-FFF2-40B4-BE49-F238E27FC236}">
                <a16:creationId xmlns:a16="http://schemas.microsoft.com/office/drawing/2014/main" id="{93424164-9ACE-4F24-BE30-FC9E5C56267E}"/>
              </a:ext>
            </a:extLst>
          </p:cNvPr>
          <p:cNvSpPr>
            <a:spLocks xmlns:a="http://schemas.openxmlformats.org/drawingml/2006/main" noGrp="1"/>
          </p:cNvSpPr>
          <p:nvPr/>
        </p:nvSpPr>
        <p:spPr>
          <a:xfrm xmlns:a="http://schemas.openxmlformats.org/drawingml/2006/main">
            <a:off x="548640" y="356616"/>
            <a:ext cx="3566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750" b="1">
                <a:solidFill>
                  <a:srgbClr val="FFFFFF"/>
                </a:solidFill>
                <a:latin typeface="NanumGothic"/>
                <a:ea typeface="NanumGothic"/>
                <a:cs typeface="NanumGothic"/>
              </a:rPr>
              <a:t>07</a:t>
            </a:r>
            <a:endParaRPr sz="1000"/>
          </a:p>
        </p:txBody>
      </p:sp>
      <p:sp>
        <p:nvSpPr>
          <p:cNvPr id="4" name="Text 2">
            <a:extLst xmlns:a="http://schemas.openxmlformats.org/drawingml/2006/main">
              <a:ext uri="{FF2B5EF4-FFF2-40B4-BE49-F238E27FC236}">
                <a16:creationId xmlns:a16="http://schemas.microsoft.com/office/drawing/2014/main" id="{3810838E-1DF4-4009-9D49-5783E0E0D7E7}"/>
              </a:ext>
            </a:extLst>
          </p:cNvPr>
          <p:cNvSpPr>
            <a:spLocks xmlns:a="http://schemas.openxmlformats.org/drawingml/2006/main" noGrp="1"/>
          </p:cNvSpPr>
          <p:nvPr/>
        </p:nvSpPr>
        <p:spPr>
          <a:xfrm xmlns:a="http://schemas.openxmlformats.org/drawingml/2006/main">
            <a:off x="1133856" y="274320"/>
            <a:ext cx="71780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2400" b="1">
                <a:solidFill>
                  <a:srgbClr val="0B1F3A"/>
                </a:solidFill>
                <a:latin typeface="NanumGothic"/>
                <a:ea typeface="NanumGothic"/>
                <a:cs typeface="NanumGothic"/>
              </a:rPr>
              <a:t>주요 기능 · 구현과 사용자 가치</a:t>
            </a:r>
            <a:endParaRPr sz="2400"/>
          </a:p>
        </p:txBody>
      </p:sp>
      <p:sp>
        <p:nvSpPr>
          <p:cNvPr id="5" name="Text 3">
            <a:extLst xmlns:a="http://schemas.openxmlformats.org/drawingml/2006/main">
              <a:ext uri="{FF2B5EF4-FFF2-40B4-BE49-F238E27FC236}">
                <a16:creationId xmlns:a16="http://schemas.microsoft.com/office/drawing/2014/main" id="{E3142347-1081-4D29-9E57-438ADBB02F79}"/>
              </a:ext>
            </a:extLst>
          </p:cNvPr>
          <p:cNvSpPr>
            <a:spLocks xmlns:a="http://schemas.openxmlformats.org/drawingml/2006/main" noGrp="1"/>
          </p:cNvSpPr>
          <p:nvPr/>
        </p:nvSpPr>
        <p:spPr>
          <a:xfrm xmlns:a="http://schemas.openxmlformats.org/drawingml/2006/main">
            <a:off x="1143000" y="740664"/>
            <a:ext cx="7360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25">
                <a:solidFill>
                  <a:srgbClr val="667085"/>
                </a:solidFill>
                <a:latin typeface="NanumGothic"/>
                <a:ea typeface="NanumGothic"/>
                <a:cs typeface="NanumGothic"/>
              </a:rPr>
              <a:t>입력 → 판정 → 최소 변경 → 공동수송 → 사람 승인 → 사유 학습으로 실제 전환에 필요한 과정을 연결합니다.</a:t>
            </a:r>
            <a:endParaRPr sz="950"/>
          </a:p>
        </p:txBody>
      </p:sp>
      <p:sp>
        <p:nvSpPr>
          <p:cNvPr id="6" name="Shape 4">
            <a:extLst xmlns:a="http://schemas.openxmlformats.org/drawingml/2006/main">
              <a:ext uri="{FF2B5EF4-FFF2-40B4-BE49-F238E27FC236}">
                <a16:creationId xmlns:a16="http://schemas.microsoft.com/office/drawing/2014/main" id="{6BEA55D1-6CDA-4A06-80E0-EC3930DF2DE3}"/>
              </a:ext>
            </a:extLst>
          </p:cNvPr>
          <p:cNvSpPr>
            <a:spLocks xmlns:a="http://schemas.openxmlformats.org/drawingml/2006/main" noGrp="1"/>
          </p:cNvSpPr>
          <p:nvPr/>
        </p:nvSpPr>
        <p:spPr>
          <a:xfrm xmlns:a="http://schemas.openxmlformats.org/drawingml/2006/main">
            <a:off x="475488" y="1078992"/>
            <a:ext cx="8193024" cy="0"/>
          </a:xfrm>
          <a:prstGeom xmlns:a="http://schemas.openxmlformats.org/drawingml/2006/main" prst="line">
            <a:avLst/>
          </a:prstGeom>
          <a:noFill xmlns:a="http://schemas.openxmlformats.org/drawingml/2006/main"/>
          <a:ln xmlns:a="http://schemas.openxmlformats.org/drawingml/2006/main" w="13970">
            <a:solidFill>
              <a:srgbClr val="D7DFEA"/>
            </a:solidFill>
            <a:prstDash val="solid"/>
          </a:ln>
        </p:spPr>
      </p:sp>
      <p:sp>
        <p:nvSpPr>
          <p:cNvPr id="7" name="Shape 5">
            <a:extLst xmlns:a="http://schemas.openxmlformats.org/drawingml/2006/main">
              <a:ext uri="{FF2B5EF4-FFF2-40B4-BE49-F238E27FC236}">
                <a16:creationId xmlns:a16="http://schemas.microsoft.com/office/drawing/2014/main" id="{F6F39A62-4E45-4666-A860-7D05091CED54}"/>
              </a:ext>
            </a:extLst>
          </p:cNvPr>
          <p:cNvSpPr>
            <a:spLocks xmlns:a="http://schemas.openxmlformats.org/drawingml/2006/main" noGrp="1"/>
          </p:cNvSpPr>
          <p:nvPr/>
        </p:nvSpPr>
        <p:spPr>
          <a:xfrm xmlns:a="http://schemas.openxmlformats.org/drawingml/2006/main">
            <a:off x="502920" y="1298448"/>
            <a:ext cx="8138160" cy="438912"/>
          </a:xfrm>
          <a:prstGeom xmlns:a="http://schemas.openxmlformats.org/drawingml/2006/main" prst="roundRect">
            <a:avLst>
              <a:gd name="adj" fmla="val 16667"/>
            </a:avLst>
          </a:prstGeom>
          <a:solidFill xmlns:a="http://schemas.openxmlformats.org/drawingml/2006/main">
            <a:srgbClr val="0B1F3A"/>
          </a:solidFill>
          <a:ln xmlns:a="http://schemas.openxmlformats.org/drawingml/2006/main" w="10160">
            <a:solidFill>
              <a:srgbClr val="0B1F3A"/>
            </a:solidFill>
            <a:prstDash val="solid"/>
          </a:ln>
        </p:spPr>
      </p:sp>
      <p:sp>
        <p:nvSpPr>
          <p:cNvPr id="8" name="Text 6">
            <a:extLst xmlns:a="http://schemas.openxmlformats.org/drawingml/2006/main">
              <a:ext uri="{FF2B5EF4-FFF2-40B4-BE49-F238E27FC236}">
                <a16:creationId xmlns:a16="http://schemas.microsoft.com/office/drawing/2014/main" id="{877893AA-A26E-4EA7-A3AF-0FF00CE9F481}"/>
              </a:ext>
            </a:extLst>
          </p:cNvPr>
          <p:cNvSpPr>
            <a:spLocks xmlns:a="http://schemas.openxmlformats.org/drawingml/2006/main" noGrp="1"/>
          </p:cNvSpPr>
          <p:nvPr/>
        </p:nvSpPr>
        <p:spPr>
          <a:xfrm xmlns:a="http://schemas.openxmlformats.org/drawingml/2006/main">
            <a:off x="630936" y="1408176"/>
            <a:ext cx="15727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900" b="1">
                <a:solidFill>
                  <a:srgbClr val="FFFFFF"/>
                </a:solidFill>
                <a:latin typeface="NanumGothic"/>
                <a:ea typeface="NanumGothic"/>
                <a:cs typeface="NanumGothic"/>
              </a:rPr>
              <a:t>기능</a:t>
            </a:r>
            <a:endParaRPr sz="900"/>
          </a:p>
        </p:txBody>
      </p:sp>
      <p:sp>
        <p:nvSpPr>
          <p:cNvPr id="9" name="Text 7">
            <a:extLst xmlns:a="http://schemas.openxmlformats.org/drawingml/2006/main">
              <a:ext uri="{FF2B5EF4-FFF2-40B4-BE49-F238E27FC236}">
                <a16:creationId xmlns:a16="http://schemas.microsoft.com/office/drawing/2014/main" id="{B191801D-BC1C-4802-9F52-4D2B8EDBB2F5}"/>
              </a:ext>
            </a:extLst>
          </p:cNvPr>
          <p:cNvSpPr>
            <a:spLocks xmlns:a="http://schemas.openxmlformats.org/drawingml/2006/main" noGrp="1"/>
          </p:cNvSpPr>
          <p:nvPr/>
        </p:nvSpPr>
        <p:spPr>
          <a:xfrm xmlns:a="http://schemas.openxmlformats.org/drawingml/2006/main">
            <a:off x="2596896" y="1408176"/>
            <a:ext cx="36301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900" b="1">
                <a:solidFill>
                  <a:srgbClr val="FFFFFF"/>
                </a:solidFill>
                <a:latin typeface="NanumGothic"/>
                <a:ea typeface="NanumGothic"/>
                <a:cs typeface="NanumGothic"/>
              </a:rPr>
              <a:t>구현 방식</a:t>
            </a:r>
            <a:endParaRPr sz="900"/>
          </a:p>
        </p:txBody>
      </p:sp>
      <p:sp>
        <p:nvSpPr>
          <p:cNvPr id="10" name="Text 8">
            <a:extLst xmlns:a="http://schemas.openxmlformats.org/drawingml/2006/main">
              <a:ext uri="{FF2B5EF4-FFF2-40B4-BE49-F238E27FC236}">
                <a16:creationId xmlns:a16="http://schemas.microsoft.com/office/drawing/2014/main" id="{2EEBEEFF-A751-4BBA-BAC9-5112E57D5590}"/>
              </a:ext>
            </a:extLst>
          </p:cNvPr>
          <p:cNvSpPr>
            <a:spLocks xmlns:a="http://schemas.openxmlformats.org/drawingml/2006/main" noGrp="1"/>
          </p:cNvSpPr>
          <p:nvPr/>
        </p:nvSpPr>
        <p:spPr>
          <a:xfrm xmlns:a="http://schemas.openxmlformats.org/drawingml/2006/main">
            <a:off x="6620256" y="1408176"/>
            <a:ext cx="189280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900" b="1">
                <a:solidFill>
                  <a:srgbClr val="FFFFFF"/>
                </a:solidFill>
                <a:latin typeface="NanumGothic"/>
                <a:ea typeface="NanumGothic"/>
                <a:cs typeface="NanumGothic"/>
              </a:rPr>
              <a:t>사용자 가치</a:t>
            </a:r>
            <a:endParaRPr sz="900"/>
          </a:p>
        </p:txBody>
      </p:sp>
      <p:sp>
        <p:nvSpPr>
          <p:cNvPr id="11" name="Shape 9">
            <a:extLst xmlns:a="http://schemas.openxmlformats.org/drawingml/2006/main">
              <a:ext uri="{FF2B5EF4-FFF2-40B4-BE49-F238E27FC236}">
                <a16:creationId xmlns:a16="http://schemas.microsoft.com/office/drawing/2014/main" id="{8075121C-6C3E-4E2B-940D-745297303629}"/>
              </a:ext>
            </a:extLst>
          </p:cNvPr>
          <p:cNvSpPr>
            <a:spLocks xmlns:a="http://schemas.openxmlformats.org/drawingml/2006/main" noGrp="1"/>
          </p:cNvSpPr>
          <p:nvPr/>
        </p:nvSpPr>
        <p:spPr>
          <a:xfrm xmlns:a="http://schemas.openxmlformats.org/drawingml/2006/main">
            <a:off x="502920" y="1792224"/>
            <a:ext cx="8138160" cy="73152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7620">
            <a:solidFill>
              <a:srgbClr val="D7DFEA"/>
            </a:solidFill>
            <a:prstDash val="solid"/>
          </a:ln>
        </p:spPr>
      </p:sp>
      <p:sp>
        <p:nvSpPr>
          <p:cNvPr id="12" name="Text 10">
            <a:extLst xmlns:a="http://schemas.openxmlformats.org/drawingml/2006/main">
              <a:ext uri="{FF2B5EF4-FFF2-40B4-BE49-F238E27FC236}">
                <a16:creationId xmlns:a16="http://schemas.microsoft.com/office/drawing/2014/main" id="{D8822617-DD79-4535-A12A-1184F395A394}"/>
              </a:ext>
            </a:extLst>
          </p:cNvPr>
          <p:cNvSpPr>
            <a:spLocks xmlns:a="http://schemas.openxmlformats.org/drawingml/2006/main" noGrp="1"/>
          </p:cNvSpPr>
          <p:nvPr/>
        </p:nvSpPr>
        <p:spPr>
          <a:xfrm xmlns:a="http://schemas.openxmlformats.org/drawingml/2006/main">
            <a:off x="630936" y="1901952"/>
            <a:ext cx="1572768"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940" b="1">
                <a:solidFill>
                  <a:srgbClr val="0B1F3A"/>
                </a:solidFill>
                <a:latin typeface="NanumGothic"/>
                <a:ea typeface="NanumGothic"/>
                <a:cs typeface="NanumGothic"/>
              </a:rPr>
              <a:t>01  증거 기반 자동 인식</a:t>
            </a:r>
            <a:endParaRPr sz="940"/>
          </a:p>
        </p:txBody>
      </p:sp>
      <p:sp>
        <p:nvSpPr>
          <p:cNvPr id="13" name="Text 11">
            <a:extLst xmlns:a="http://schemas.openxmlformats.org/drawingml/2006/main">
              <a:ext uri="{FF2B5EF4-FFF2-40B4-BE49-F238E27FC236}">
                <a16:creationId xmlns:a16="http://schemas.microsoft.com/office/drawing/2014/main" id="{81583797-2401-4881-ADDF-DA8335685136}"/>
              </a:ext>
            </a:extLst>
          </p:cNvPr>
          <p:cNvSpPr>
            <a:spLocks xmlns:a="http://schemas.openxmlformats.org/drawingml/2006/main" noGrp="1"/>
          </p:cNvSpPr>
          <p:nvPr/>
        </p:nvSpPr>
        <p:spPr>
          <a:xfrm xmlns:a="http://schemas.openxmlformats.org/drawingml/2006/main">
            <a:off x="2596896" y="1883664"/>
            <a:ext cx="363016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r>
              <a:rPr sz="900">
                <a:solidFill>
                  <a:srgbClr val="172033"/>
                </a:solidFill>
                <a:latin typeface="NanumGothic"/>
                <a:ea typeface="NanumGothic"/>
                <a:cs typeface="NanumGothic"/>
              </a:rPr>
              <a:t>음성 입력 또는 직접 조건 선택에서 핵심 운송값을 구조화하고, 원문 근거·누락·확인 필요 상태를 요청 기록에 보존</a:t>
            </a:r>
            <a:endParaRPr sz="810"/>
          </a:p>
        </p:txBody>
      </p:sp>
      <p:sp>
        <p:nvSpPr>
          <p:cNvPr id="14" name="Text 12">
            <a:extLst xmlns:a="http://schemas.openxmlformats.org/drawingml/2006/main">
              <a:ext uri="{FF2B5EF4-FFF2-40B4-BE49-F238E27FC236}">
                <a16:creationId xmlns:a16="http://schemas.microsoft.com/office/drawing/2014/main" id="{F0C34326-5C9B-4D89-85DC-37EBF640BA06}"/>
              </a:ext>
            </a:extLst>
          </p:cNvPr>
          <p:cNvSpPr>
            <a:spLocks xmlns:a="http://schemas.openxmlformats.org/drawingml/2006/main" noGrp="1"/>
          </p:cNvSpPr>
          <p:nvPr/>
        </p:nvSpPr>
        <p:spPr>
          <a:xfrm xmlns:a="http://schemas.openxmlformats.org/drawingml/2006/main">
            <a:off x="6620256" y="1883664"/>
            <a:ext cx="189280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buNone/>
            </a:pPr>
            <a:r>
              <a:rPr sz="840" b="1">
                <a:solidFill>
                  <a:srgbClr val="0F5AC7"/>
                </a:solidFill>
                <a:latin typeface="NanumGothic"/>
                <a:ea typeface="NanumGothic"/>
                <a:cs typeface="NanumGothic"/>
              </a:rPr>
              <a:t>재입력은 줄이고</a:t>
            </a:r>
            <a:endParaRPr sz="840"/>
          </a:p>
          <a:p xmlns:a="http://schemas.openxmlformats.org/drawingml/2006/main">
            <a:pPr marL="0" indent="0" algn="ctr">
              <a:buNone/>
            </a:pPr>
            <a:r>
              <a:rPr sz="840" b="1">
                <a:solidFill>
                  <a:srgbClr val="0F5AC7"/>
                </a:solidFill>
                <a:latin typeface="NanumGothic"/>
                <a:ea typeface="NanumGothic"/>
                <a:cs typeface="NanumGothic"/>
              </a:rPr>
              <a:t>오인식은 바로 고침</a:t>
            </a:r>
            <a:endParaRPr sz="840"/>
          </a:p>
        </p:txBody>
      </p:sp>
      <p:sp>
        <p:nvSpPr>
          <p:cNvPr id="15" name="Shape 13">
            <a:extLst xmlns:a="http://schemas.openxmlformats.org/drawingml/2006/main">
              <a:ext uri="{FF2B5EF4-FFF2-40B4-BE49-F238E27FC236}">
                <a16:creationId xmlns:a16="http://schemas.microsoft.com/office/drawing/2014/main" id="{D86F0A62-21FC-488E-90B9-7F380C725CF7}"/>
              </a:ext>
            </a:extLst>
          </p:cNvPr>
          <p:cNvSpPr>
            <a:spLocks xmlns:a="http://schemas.openxmlformats.org/drawingml/2006/main" noGrp="1"/>
          </p:cNvSpPr>
          <p:nvPr/>
        </p:nvSpPr>
        <p:spPr>
          <a:xfrm xmlns:a="http://schemas.openxmlformats.org/drawingml/2006/main">
            <a:off x="502920" y="2624328"/>
            <a:ext cx="8138160" cy="731520"/>
          </a:xfrm>
          <a:prstGeom xmlns:a="http://schemas.openxmlformats.org/drawingml/2006/main" prst="roundRect">
            <a:avLst>
              <a:gd name="adj" fmla="val 10000"/>
            </a:avLst>
          </a:prstGeom>
          <a:solidFill xmlns:a="http://schemas.openxmlformats.org/drawingml/2006/main">
            <a:srgbClr val="EEF2F8"/>
          </a:solidFill>
          <a:ln xmlns:a="http://schemas.openxmlformats.org/drawingml/2006/main" w="7620">
            <a:solidFill>
              <a:srgbClr val="D7DFEA"/>
            </a:solidFill>
            <a:prstDash val="solid"/>
          </a:ln>
        </p:spPr>
      </p:sp>
      <p:sp>
        <p:nvSpPr>
          <p:cNvPr id="16" name="Text 14">
            <a:extLst xmlns:a="http://schemas.openxmlformats.org/drawingml/2006/main">
              <a:ext uri="{FF2B5EF4-FFF2-40B4-BE49-F238E27FC236}">
                <a16:creationId xmlns:a16="http://schemas.microsoft.com/office/drawing/2014/main" id="{298C140C-0028-419C-989A-4A088C5A63DF}"/>
              </a:ext>
            </a:extLst>
          </p:cNvPr>
          <p:cNvSpPr>
            <a:spLocks xmlns:a="http://schemas.openxmlformats.org/drawingml/2006/main" noGrp="1"/>
          </p:cNvSpPr>
          <p:nvPr/>
        </p:nvSpPr>
        <p:spPr>
          <a:xfrm xmlns:a="http://schemas.openxmlformats.org/drawingml/2006/main">
            <a:off x="630936" y="2734056"/>
            <a:ext cx="1572768"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940" b="1">
                <a:solidFill>
                  <a:srgbClr val="0B1F3A"/>
                </a:solidFill>
                <a:latin typeface="NanumGothic"/>
                <a:ea typeface="NanumGothic"/>
                <a:cs typeface="NanumGothic"/>
              </a:rPr>
              <a:t>02  3단계 판정·최소변경</a:t>
            </a:r>
            <a:endParaRPr sz="940"/>
          </a:p>
        </p:txBody>
      </p:sp>
      <p:sp>
        <p:nvSpPr>
          <p:cNvPr id="17" name="Text 15">
            <a:extLst xmlns:a="http://schemas.openxmlformats.org/drawingml/2006/main">
              <a:ext uri="{FF2B5EF4-FFF2-40B4-BE49-F238E27FC236}">
                <a16:creationId xmlns:a16="http://schemas.microsoft.com/office/drawing/2014/main" id="{DAD4B5F1-F57D-4C91-BD0C-BFFCD74C52FB}"/>
              </a:ext>
            </a:extLst>
          </p:cNvPr>
          <p:cNvSpPr>
            <a:spLocks xmlns:a="http://schemas.openxmlformats.org/drawingml/2006/main" noGrp="1"/>
          </p:cNvSpPr>
          <p:nvPr/>
        </p:nvSpPr>
        <p:spPr>
          <a:xfrm xmlns:a="http://schemas.openxmlformats.org/drawingml/2006/main">
            <a:off x="2596896" y="2715768"/>
            <a:ext cx="363016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r>
              <a:rPr sz="900">
                <a:solidFill>
                  <a:srgbClr val="172033"/>
                </a:solidFill>
                <a:latin typeface="NanumGothic"/>
                <a:ea typeface="NanumGothic"/>
                <a:cs typeface="NanumGothic"/>
              </a:rPr>
              <a:t>바로 검토/조건부 전환/이번엔 유지로 먼저 분기한 뒤, 7개 축에서 변경이 가장 적은 대안 2개를 생성</a:t>
            </a:r>
            <a:endParaRPr sz="810"/>
          </a:p>
        </p:txBody>
      </p:sp>
      <p:sp>
        <p:nvSpPr>
          <p:cNvPr id="18" name="Text 16">
            <a:extLst xmlns:a="http://schemas.openxmlformats.org/drawingml/2006/main">
              <a:ext uri="{FF2B5EF4-FFF2-40B4-BE49-F238E27FC236}">
                <a16:creationId xmlns:a16="http://schemas.microsoft.com/office/drawing/2014/main" id="{7C0CDBEA-6BD6-49F2-95C5-A3D7F746AE05}"/>
              </a:ext>
            </a:extLst>
          </p:cNvPr>
          <p:cNvSpPr>
            <a:spLocks xmlns:a="http://schemas.openxmlformats.org/drawingml/2006/main" noGrp="1"/>
          </p:cNvSpPr>
          <p:nvPr/>
        </p:nvSpPr>
        <p:spPr>
          <a:xfrm xmlns:a="http://schemas.openxmlformats.org/drawingml/2006/main">
            <a:off x="6620256" y="2715768"/>
            <a:ext cx="189280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buNone/>
            </a:pPr>
            <a:r>
              <a:rPr sz="840" b="1">
                <a:solidFill>
                  <a:srgbClr val="0F5AC7"/>
                </a:solidFill>
                <a:latin typeface="NanumGothic"/>
                <a:ea typeface="NanumGothic"/>
                <a:cs typeface="NanumGothic"/>
              </a:rPr>
              <a:t>“안 됨” 대신</a:t>
            </a:r>
            <a:endParaRPr sz="840"/>
          </a:p>
          <a:p xmlns:a="http://schemas.openxmlformats.org/drawingml/2006/main">
            <a:pPr marL="0" indent="0" algn="ctr">
              <a:buNone/>
            </a:pPr>
            <a:r>
              <a:rPr sz="840" b="1">
                <a:solidFill>
                  <a:srgbClr val="0F5AC7"/>
                </a:solidFill>
                <a:latin typeface="NanumGothic"/>
                <a:ea typeface="NanumGothic"/>
                <a:cs typeface="NanumGothic"/>
              </a:rPr>
              <a:t>바꿀 조건을 앎</a:t>
            </a:r>
            <a:endParaRPr sz="840"/>
          </a:p>
        </p:txBody>
      </p:sp>
      <p:sp>
        <p:nvSpPr>
          <p:cNvPr id="19" name="Shape 17">
            <a:extLst xmlns:a="http://schemas.openxmlformats.org/drawingml/2006/main">
              <a:ext uri="{FF2B5EF4-FFF2-40B4-BE49-F238E27FC236}">
                <a16:creationId xmlns:a16="http://schemas.microsoft.com/office/drawing/2014/main" id="{0AC05F60-4AB7-45B4-8F43-1AB2327BE2AF}"/>
              </a:ext>
            </a:extLst>
          </p:cNvPr>
          <p:cNvSpPr>
            <a:spLocks xmlns:a="http://schemas.openxmlformats.org/drawingml/2006/main" noGrp="1"/>
          </p:cNvSpPr>
          <p:nvPr/>
        </p:nvSpPr>
        <p:spPr>
          <a:xfrm xmlns:a="http://schemas.openxmlformats.org/drawingml/2006/main">
            <a:off x="502920" y="3456432"/>
            <a:ext cx="8138160" cy="73152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7620">
            <a:solidFill>
              <a:srgbClr val="D7DFEA"/>
            </a:solidFill>
            <a:prstDash val="solid"/>
          </a:ln>
        </p:spPr>
      </p:sp>
      <p:sp>
        <p:nvSpPr>
          <p:cNvPr id="20" name="Text 18">
            <a:extLst xmlns:a="http://schemas.openxmlformats.org/drawingml/2006/main">
              <a:ext uri="{FF2B5EF4-FFF2-40B4-BE49-F238E27FC236}">
                <a16:creationId xmlns:a16="http://schemas.microsoft.com/office/drawing/2014/main" id="{ED5D7DEE-A590-450A-9145-6BE320B25E62}"/>
              </a:ext>
            </a:extLst>
          </p:cNvPr>
          <p:cNvSpPr>
            <a:spLocks xmlns:a="http://schemas.openxmlformats.org/drawingml/2006/main" noGrp="1"/>
          </p:cNvSpPr>
          <p:nvPr/>
        </p:nvSpPr>
        <p:spPr>
          <a:xfrm xmlns:a="http://schemas.openxmlformats.org/drawingml/2006/main">
            <a:off x="630936" y="3566160"/>
            <a:ext cx="1572768"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940" b="1">
                <a:solidFill>
                  <a:srgbClr val="0A7C50"/>
                </a:solidFill>
                <a:latin typeface="NanumGothic"/>
                <a:ea typeface="NanumGothic"/>
                <a:cs typeface="NanumGothic"/>
              </a:rPr>
              <a:t>03  익명 풀·실시간 네트워크</a:t>
            </a:r>
            <a:endParaRPr sz="940"/>
          </a:p>
        </p:txBody>
      </p:sp>
      <p:sp>
        <p:nvSpPr>
          <p:cNvPr id="21" name="Text 19">
            <a:extLst xmlns:a="http://schemas.openxmlformats.org/drawingml/2006/main">
              <a:ext uri="{FF2B5EF4-FFF2-40B4-BE49-F238E27FC236}">
                <a16:creationId xmlns:a16="http://schemas.microsoft.com/office/drawing/2014/main" id="{5DB82C16-70EE-480B-8262-390F225CE14E}"/>
              </a:ext>
            </a:extLst>
          </p:cNvPr>
          <p:cNvSpPr>
            <a:spLocks xmlns:a="http://schemas.openxmlformats.org/drawingml/2006/main" noGrp="1"/>
          </p:cNvSpPr>
          <p:nvPr/>
        </p:nvSpPr>
        <p:spPr>
          <a:xfrm xmlns:a="http://schemas.openxmlformats.org/drawingml/2006/main">
            <a:off x="2596896" y="3547872"/>
            <a:ext cx="363016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r>
              <a:rPr sz="900">
                <a:solidFill>
                  <a:srgbClr val="172033"/>
                </a:solidFill>
                <a:latin typeface="NanumGothic"/>
                <a:ea typeface="NanumGothic"/>
                <a:cs typeface="NanumGothic"/>
              </a:rPr>
              <a:t>10개 익명 화주 에이전트가 요청·참여·이탈을 만들고 SSE 이벤트로 15↔18TEU와 단가를 다시 계산</a:t>
            </a:r>
            <a:endParaRPr sz="810"/>
          </a:p>
        </p:txBody>
      </p:sp>
      <p:sp>
        <p:nvSpPr>
          <p:cNvPr id="22" name="Text 20">
            <a:extLst xmlns:a="http://schemas.openxmlformats.org/drawingml/2006/main">
              <a:ext uri="{FF2B5EF4-FFF2-40B4-BE49-F238E27FC236}">
                <a16:creationId xmlns:a16="http://schemas.microsoft.com/office/drawing/2014/main" id="{29FD4DDB-8B57-4F25-AB1E-8DAF6559E904}"/>
              </a:ext>
            </a:extLst>
          </p:cNvPr>
          <p:cNvSpPr>
            <a:spLocks xmlns:a="http://schemas.openxmlformats.org/drawingml/2006/main" noGrp="1"/>
          </p:cNvSpPr>
          <p:nvPr/>
        </p:nvSpPr>
        <p:spPr>
          <a:xfrm xmlns:a="http://schemas.openxmlformats.org/drawingml/2006/main">
            <a:off x="6620256" y="3547872"/>
            <a:ext cx="189280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buNone/>
            </a:pPr>
            <a:r>
              <a:rPr sz="840" b="1">
                <a:solidFill>
                  <a:srgbClr val="0F5AC7"/>
                </a:solidFill>
                <a:latin typeface="NanumGothic"/>
                <a:ea typeface="NanumGothic"/>
                <a:cs typeface="NanumGothic"/>
              </a:rPr>
              <a:t>화물이 모이는</a:t>
            </a:r>
            <a:endParaRPr sz="840"/>
          </a:p>
          <a:p xmlns:a="http://schemas.openxmlformats.org/drawingml/2006/main">
            <a:pPr marL="0" indent="0" algn="ctr">
              <a:buNone/>
            </a:pPr>
            <a:r>
              <a:rPr sz="840" b="1">
                <a:solidFill>
                  <a:srgbClr val="0F5AC7"/>
                </a:solidFill>
                <a:latin typeface="NanumGothic"/>
                <a:ea typeface="NanumGothic"/>
                <a:cs typeface="NanumGothic"/>
              </a:rPr>
              <a:t>과정을 직접 확인</a:t>
            </a:r>
            <a:endParaRPr sz="840"/>
          </a:p>
        </p:txBody>
      </p:sp>
      <p:sp>
        <p:nvSpPr>
          <p:cNvPr id="23" name="Shape 21">
            <a:extLst xmlns:a="http://schemas.openxmlformats.org/drawingml/2006/main">
              <a:ext uri="{FF2B5EF4-FFF2-40B4-BE49-F238E27FC236}">
                <a16:creationId xmlns:a16="http://schemas.microsoft.com/office/drawing/2014/main" id="{D5528F38-D878-45EC-A489-5B9492158224}"/>
              </a:ext>
            </a:extLst>
          </p:cNvPr>
          <p:cNvSpPr>
            <a:spLocks xmlns:a="http://schemas.openxmlformats.org/drawingml/2006/main" noGrp="1"/>
          </p:cNvSpPr>
          <p:nvPr/>
        </p:nvSpPr>
        <p:spPr>
          <a:xfrm xmlns:a="http://schemas.openxmlformats.org/drawingml/2006/main">
            <a:off x="502920" y="4288536"/>
            <a:ext cx="8138160" cy="731520"/>
          </a:xfrm>
          <a:prstGeom xmlns:a="http://schemas.openxmlformats.org/drawingml/2006/main" prst="roundRect">
            <a:avLst>
              <a:gd name="adj" fmla="val 10000"/>
            </a:avLst>
          </a:prstGeom>
          <a:solidFill xmlns:a="http://schemas.openxmlformats.org/drawingml/2006/main">
            <a:srgbClr val="EEF2F8"/>
          </a:solidFill>
          <a:ln xmlns:a="http://schemas.openxmlformats.org/drawingml/2006/main" w="7620">
            <a:solidFill>
              <a:srgbClr val="D7DFEA"/>
            </a:solidFill>
            <a:prstDash val="solid"/>
          </a:ln>
        </p:spPr>
      </p:sp>
      <p:sp>
        <p:nvSpPr>
          <p:cNvPr id="24" name="Text 22">
            <a:extLst xmlns:a="http://schemas.openxmlformats.org/drawingml/2006/main">
              <a:ext uri="{FF2B5EF4-FFF2-40B4-BE49-F238E27FC236}">
                <a16:creationId xmlns:a16="http://schemas.microsoft.com/office/drawing/2014/main" id="{4B234F78-6B6D-4F69-A306-558B88116F67}"/>
              </a:ext>
            </a:extLst>
          </p:cNvPr>
          <p:cNvSpPr>
            <a:spLocks xmlns:a="http://schemas.openxmlformats.org/drawingml/2006/main" noGrp="1"/>
          </p:cNvSpPr>
          <p:nvPr/>
        </p:nvSpPr>
        <p:spPr>
          <a:xfrm xmlns:a="http://schemas.openxmlformats.org/drawingml/2006/main">
            <a:off x="630936" y="4398264"/>
            <a:ext cx="1572768"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940" b="1">
                <a:solidFill>
                  <a:srgbClr val="0B1F3A"/>
                </a:solidFill>
                <a:latin typeface="NanumGothic"/>
                <a:ea typeface="NanumGothic"/>
                <a:cs typeface="NanumGothic"/>
              </a:rPr>
              <a:t>04  사람 승인·안전 경계</a:t>
            </a:r>
            <a:endParaRPr sz="940"/>
          </a:p>
        </p:txBody>
      </p:sp>
      <p:sp>
        <p:nvSpPr>
          <p:cNvPr id="25" name="Text 23">
            <a:extLst xmlns:a="http://schemas.openxmlformats.org/drawingml/2006/main">
              <a:ext uri="{FF2B5EF4-FFF2-40B4-BE49-F238E27FC236}">
                <a16:creationId xmlns:a16="http://schemas.microsoft.com/office/drawing/2014/main" id="{200C1BB5-60CE-4780-819F-48616A7A8DAA}"/>
              </a:ext>
            </a:extLst>
          </p:cNvPr>
          <p:cNvSpPr>
            <a:spLocks xmlns:a="http://schemas.openxmlformats.org/drawingml/2006/main" noGrp="1"/>
          </p:cNvSpPr>
          <p:nvPr/>
        </p:nvSpPr>
        <p:spPr>
          <a:xfrm xmlns:a="http://schemas.openxmlformats.org/drawingml/2006/main">
            <a:off x="2596896" y="4379976"/>
            <a:ext cx="363016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r>
              <a:rPr sz="900">
                <a:solidFill>
                  <a:srgbClr val="172033"/>
                </a:solidFill>
                <a:latin typeface="NanumGothic"/>
                <a:ea typeface="NanumGothic"/>
                <a:cs typeface="NanumGothic"/>
              </a:rPr>
              <a:t>위험물·특수화물은 중단하고, 운임·수송력·시설은 확인 필요로 남기며 계약·배차·결제는 자동 확정 금지</a:t>
            </a:r>
            <a:endParaRPr sz="810"/>
          </a:p>
        </p:txBody>
      </p:sp>
      <p:sp>
        <p:nvSpPr>
          <p:cNvPr id="26" name="Text 24">
            <a:extLst xmlns:a="http://schemas.openxmlformats.org/drawingml/2006/main">
              <a:ext uri="{FF2B5EF4-FFF2-40B4-BE49-F238E27FC236}">
                <a16:creationId xmlns:a16="http://schemas.microsoft.com/office/drawing/2014/main" id="{A672C87A-4357-47D3-A6B9-6F44AA089D1C}"/>
              </a:ext>
            </a:extLst>
          </p:cNvPr>
          <p:cNvSpPr>
            <a:spLocks xmlns:a="http://schemas.openxmlformats.org/drawingml/2006/main" noGrp="1"/>
          </p:cNvSpPr>
          <p:nvPr/>
        </p:nvSpPr>
        <p:spPr>
          <a:xfrm xmlns:a="http://schemas.openxmlformats.org/drawingml/2006/main">
            <a:off x="6620256" y="4379976"/>
            <a:ext cx="189280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buNone/>
            </a:pPr>
            <a:r>
              <a:rPr sz="840" b="1">
                <a:solidFill>
                  <a:srgbClr val="0F5AC7"/>
                </a:solidFill>
                <a:latin typeface="NanumGothic"/>
                <a:ea typeface="NanumGothic"/>
                <a:cs typeface="NanumGothic"/>
              </a:rPr>
              <a:t>과장 없는 비교와</a:t>
            </a:r>
            <a:endParaRPr sz="840"/>
          </a:p>
          <a:p xmlns:a="http://schemas.openxmlformats.org/drawingml/2006/main">
            <a:pPr marL="0" indent="0" algn="ctr">
              <a:buNone/>
            </a:pPr>
            <a:r>
              <a:rPr sz="840" b="1">
                <a:solidFill>
                  <a:srgbClr val="0F5AC7"/>
                </a:solidFill>
                <a:latin typeface="NanumGothic"/>
                <a:ea typeface="NanumGothic"/>
                <a:cs typeface="NanumGothic"/>
              </a:rPr>
              <a:t>최종 통제권 유지</a:t>
            </a:r>
            <a:endParaRPr sz="840"/>
          </a:p>
        </p:txBody>
      </p:sp>
      <p:sp>
        <p:nvSpPr>
          <p:cNvPr id="27" name="Shape 25">
            <a:extLst xmlns:a="http://schemas.openxmlformats.org/drawingml/2006/main">
              <a:ext uri="{FF2B5EF4-FFF2-40B4-BE49-F238E27FC236}">
                <a16:creationId xmlns:a16="http://schemas.microsoft.com/office/drawing/2014/main" id="{9794EC5D-1D40-4975-9E44-EF4B62EFCBC8}"/>
              </a:ext>
            </a:extLst>
          </p:cNvPr>
          <p:cNvSpPr>
            <a:spLocks xmlns:a="http://schemas.openxmlformats.org/drawingml/2006/main" noGrp="1"/>
          </p:cNvSpPr>
          <p:nvPr/>
        </p:nvSpPr>
        <p:spPr>
          <a:xfrm xmlns:a="http://schemas.openxmlformats.org/drawingml/2006/main">
            <a:off x="502920" y="5120640"/>
            <a:ext cx="8138160" cy="73152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7620">
            <a:solidFill>
              <a:srgbClr val="D7DFEA"/>
            </a:solidFill>
            <a:prstDash val="solid"/>
          </a:ln>
        </p:spPr>
      </p:sp>
      <p:sp>
        <p:nvSpPr>
          <p:cNvPr id="28" name="Text 26">
            <a:extLst xmlns:a="http://schemas.openxmlformats.org/drawingml/2006/main">
              <a:ext uri="{FF2B5EF4-FFF2-40B4-BE49-F238E27FC236}">
                <a16:creationId xmlns:a16="http://schemas.microsoft.com/office/drawing/2014/main" id="{E5D130BE-55D4-4CE1-AB8E-78F4FBF1DDFE}"/>
              </a:ext>
            </a:extLst>
          </p:cNvPr>
          <p:cNvSpPr>
            <a:spLocks xmlns:a="http://schemas.openxmlformats.org/drawingml/2006/main" noGrp="1"/>
          </p:cNvSpPr>
          <p:nvPr/>
        </p:nvSpPr>
        <p:spPr>
          <a:xfrm xmlns:a="http://schemas.openxmlformats.org/drawingml/2006/main">
            <a:off x="630936" y="5230368"/>
            <a:ext cx="1572768"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940" b="1">
                <a:solidFill>
                  <a:srgbClr val="0A7C50"/>
                </a:solidFill>
                <a:latin typeface="NanumGothic"/>
                <a:ea typeface="NanumGothic"/>
                <a:cs typeface="NanumGothic"/>
              </a:rPr>
              <a:t>05  거절·이탈 사유 학습</a:t>
            </a:r>
            <a:endParaRPr sz="940"/>
          </a:p>
        </p:txBody>
      </p:sp>
      <p:sp>
        <p:nvSpPr>
          <p:cNvPr id="29" name="Text 27">
            <a:extLst xmlns:a="http://schemas.openxmlformats.org/drawingml/2006/main">
              <a:ext uri="{FF2B5EF4-FFF2-40B4-BE49-F238E27FC236}">
                <a16:creationId xmlns:a16="http://schemas.microsoft.com/office/drawing/2014/main" id="{3A7380C3-DC55-489A-9C04-740769BE2F6A}"/>
              </a:ext>
            </a:extLst>
          </p:cNvPr>
          <p:cNvSpPr>
            <a:spLocks xmlns:a="http://schemas.openxmlformats.org/drawingml/2006/main" noGrp="1"/>
          </p:cNvSpPr>
          <p:nvPr/>
        </p:nvSpPr>
        <p:spPr>
          <a:xfrm xmlns:a="http://schemas.openxmlformats.org/drawingml/2006/main">
            <a:off x="2596896" y="5212080"/>
            <a:ext cx="363016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r>
              <a:rPr sz="900">
                <a:solidFill>
                  <a:srgbClr val="172033"/>
                </a:solidFill>
                <a:latin typeface="NanumGothic"/>
                <a:ea typeface="NanumGothic"/>
                <a:cs typeface="NanumGothic"/>
              </a:rPr>
              <a:t>거절 이유와 풀 참여·이탈을 구조화해 동일 제안 반복을 막고, 다음 추천·운영 개선의 입력으로 저장</a:t>
            </a:r>
            <a:endParaRPr sz="810"/>
          </a:p>
        </p:txBody>
      </p:sp>
      <p:sp>
        <p:nvSpPr>
          <p:cNvPr id="30" name="Text 28">
            <a:extLst xmlns:a="http://schemas.openxmlformats.org/drawingml/2006/main">
              <a:ext uri="{FF2B5EF4-FFF2-40B4-BE49-F238E27FC236}">
                <a16:creationId xmlns:a16="http://schemas.microsoft.com/office/drawing/2014/main" id="{553F7BE7-90B7-4CCF-8B28-F4F25118355D}"/>
              </a:ext>
            </a:extLst>
          </p:cNvPr>
          <p:cNvSpPr>
            <a:spLocks xmlns:a="http://schemas.openxmlformats.org/drawingml/2006/main" noGrp="1"/>
          </p:cNvSpPr>
          <p:nvPr/>
        </p:nvSpPr>
        <p:spPr>
          <a:xfrm xmlns:a="http://schemas.openxmlformats.org/drawingml/2006/main">
            <a:off x="6620256" y="5212080"/>
            <a:ext cx="189280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buNone/>
            </a:pPr>
            <a:r>
              <a:rPr sz="840" b="1">
                <a:solidFill>
                  <a:srgbClr val="0F5AC7"/>
                </a:solidFill>
                <a:latin typeface="NanumGothic"/>
                <a:ea typeface="NanumGothic"/>
                <a:cs typeface="NanumGothic"/>
              </a:rPr>
              <a:t>실패를 버리지 않고</a:t>
            </a:r>
            <a:endParaRPr sz="840"/>
          </a:p>
          <a:p xmlns:a="http://schemas.openxmlformats.org/drawingml/2006/main">
            <a:pPr marL="0" indent="0" algn="ctr">
              <a:buNone/>
            </a:pPr>
            <a:r>
              <a:rPr sz="840" b="1">
                <a:solidFill>
                  <a:srgbClr val="0F5AC7"/>
                </a:solidFill>
                <a:latin typeface="NanumGothic"/>
                <a:ea typeface="NanumGothic"/>
                <a:cs typeface="NanumGothic"/>
              </a:rPr>
              <a:t>다음 전환에 활용</a:t>
            </a:r>
            <a:endParaRPr sz="840"/>
          </a:p>
        </p:txBody>
      </p:sp>
      <p:sp>
        <p:nvSpPr>
          <p:cNvPr id="31" name="Shape 29">
            <a:extLst xmlns:a="http://schemas.openxmlformats.org/drawingml/2006/main">
              <a:ext uri="{FF2B5EF4-FFF2-40B4-BE49-F238E27FC236}">
                <a16:creationId xmlns:a16="http://schemas.microsoft.com/office/drawing/2014/main" id="{D1F06DE4-029B-426F-8969-CE9289153A58}"/>
              </a:ext>
            </a:extLst>
          </p:cNvPr>
          <p:cNvSpPr>
            <a:spLocks xmlns:a="http://schemas.openxmlformats.org/drawingml/2006/main" noGrp="1"/>
          </p:cNvSpPr>
          <p:nvPr/>
        </p:nvSpPr>
        <p:spPr>
          <a:xfrm xmlns:a="http://schemas.openxmlformats.org/drawingml/2006/main">
            <a:off x="502920" y="6053328"/>
            <a:ext cx="8138160" cy="274320"/>
          </a:xfrm>
          <a:prstGeom xmlns:a="http://schemas.openxmlformats.org/drawingml/2006/main" prst="roundRect">
            <a:avLst>
              <a:gd name="adj" fmla="val 26667"/>
            </a:avLst>
          </a:prstGeom>
          <a:solidFill xmlns:a="http://schemas.openxmlformats.org/drawingml/2006/main">
            <a:srgbClr val="FFF3DC"/>
          </a:solidFill>
          <a:ln xmlns:a="http://schemas.openxmlformats.org/drawingml/2006/main" w="10160">
            <a:solidFill>
              <a:srgbClr val="FFF3DC"/>
            </a:solidFill>
            <a:prstDash val="solid"/>
          </a:ln>
        </p:spPr>
      </p:sp>
      <p:sp>
        <p:nvSpPr>
          <p:cNvPr id="32" name="Text 30">
            <a:extLst xmlns:a="http://schemas.openxmlformats.org/drawingml/2006/main">
              <a:ext uri="{FF2B5EF4-FFF2-40B4-BE49-F238E27FC236}">
                <a16:creationId xmlns:a16="http://schemas.microsoft.com/office/drawing/2014/main" id="{AA7EE057-67B1-493F-955D-A91E8C365C93}"/>
              </a:ext>
            </a:extLst>
          </p:cNvPr>
          <p:cNvSpPr>
            <a:spLocks xmlns:a="http://schemas.openxmlformats.org/drawingml/2006/main" noGrp="1"/>
          </p:cNvSpPr>
          <p:nvPr/>
        </p:nvSpPr>
        <p:spPr>
          <a:xfrm xmlns:a="http://schemas.openxmlformats.org/drawingml/2006/main">
            <a:off x="658368" y="6089904"/>
            <a:ext cx="782726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825" b="1">
                <a:solidFill>
                  <a:srgbClr val="8B5400"/>
                </a:solidFill>
                <a:latin typeface="NanumGothic"/>
                <a:ea typeface="NanumGothic"/>
                <a:cs typeface="NanumGothic"/>
              </a:rPr>
              <a:t>핵심 원칙: 추천·조회 수가 아니라 실제 철도 전환과 순증 물량을 보고, 실패 사유까지 다음 제안의 데이터로 남깁니다.</a:t>
            </a:r>
            <a:endParaRPr sz="880"/>
          </a:p>
        </p:txBody>
      </p:sp>
      <p:sp>
        <p:nvSpPr>
          <p:cNvPr id="33" name="Shape 31">
            <a:extLst xmlns:a="http://schemas.openxmlformats.org/drawingml/2006/main">
              <a:ext uri="{FF2B5EF4-FFF2-40B4-BE49-F238E27FC236}">
                <a16:creationId xmlns:a16="http://schemas.microsoft.com/office/drawing/2014/main" id="{963072F8-16A8-47D4-AA8F-DADDD551045A}"/>
              </a:ext>
            </a:extLst>
          </p:cNvPr>
          <p:cNvSpPr>
            <a:spLocks xmlns:a="http://schemas.openxmlformats.org/drawingml/2006/main" noGrp="1"/>
          </p:cNvSpPr>
          <p:nvPr/>
        </p:nvSpPr>
        <p:spPr>
          <a:xfrm xmlns:a="http://schemas.openxmlformats.org/drawingml/2006/main">
            <a:off x="475488" y="6437376"/>
            <a:ext cx="8193024" cy="0"/>
          </a:xfrm>
          <a:prstGeom xmlns:a="http://schemas.openxmlformats.org/drawingml/2006/main" prst="line">
            <a:avLst/>
          </a:prstGeom>
          <a:noFill xmlns:a="http://schemas.openxmlformats.org/drawingml/2006/main"/>
          <a:ln xmlns:a="http://schemas.openxmlformats.org/drawingml/2006/main" w="8890">
            <a:solidFill>
              <a:srgbClr val="D7DFEA"/>
            </a:solidFill>
            <a:prstDash val="solid"/>
          </a:ln>
        </p:spPr>
      </p:sp>
      <p:sp>
        <p:nvSpPr>
          <p:cNvPr id="34" name="Text 32">
            <a:extLst xmlns:a="http://schemas.openxmlformats.org/drawingml/2006/main">
              <a:ext uri="{FF2B5EF4-FFF2-40B4-BE49-F238E27FC236}">
                <a16:creationId xmlns:a16="http://schemas.microsoft.com/office/drawing/2014/main" id="{5BEB8501-3CC5-4803-946A-A1A4479FB7B0}"/>
              </a:ext>
            </a:extLst>
          </p:cNvPr>
          <p:cNvSpPr>
            <a:spLocks xmlns:a="http://schemas.openxmlformats.org/drawingml/2006/main" noGrp="1"/>
          </p:cNvSpPr>
          <p:nvPr/>
        </p:nvSpPr>
        <p:spPr>
          <a:xfrm xmlns:a="http://schemas.openxmlformats.org/drawingml/2006/main">
            <a:off x="475488" y="6492240"/>
            <a:ext cx="388620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50">
                <a:solidFill>
                  <a:srgbClr val="667085"/>
                </a:solidFill>
                <a:latin typeface="NanumGothic"/>
                <a:ea typeface="NanumGothic"/>
                <a:cs typeface="NanumGothic"/>
              </a:rPr>
              <a:t>MOVE AI CHALLENGE 2026 · 레일물류 AI</a:t>
            </a:r>
            <a:endParaRPr sz="750"/>
          </a:p>
        </p:txBody>
      </p:sp>
      <p:sp>
        <p:nvSpPr>
          <p:cNvPr id="35" name="Text 33">
            <a:extLst xmlns:a="http://schemas.openxmlformats.org/drawingml/2006/main">
              <a:ext uri="{FF2B5EF4-FFF2-40B4-BE49-F238E27FC236}">
                <a16:creationId xmlns:a16="http://schemas.microsoft.com/office/drawing/2014/main" id="{2C674E3C-ADA1-4608-8D23-8A1A4B107F3E}"/>
              </a:ext>
            </a:extLst>
          </p:cNvPr>
          <p:cNvSpPr>
            <a:spLocks xmlns:a="http://schemas.openxmlformats.org/drawingml/2006/main" noGrp="1"/>
          </p:cNvSpPr>
          <p:nvPr/>
        </p:nvSpPr>
        <p:spPr>
          <a:xfrm xmlns:a="http://schemas.openxmlformats.org/drawingml/2006/main">
            <a:off x="8229600" y="6492240"/>
            <a:ext cx="4114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750" b="1">
                <a:solidFill>
                  <a:srgbClr val="667085"/>
                </a:solidFill>
                <a:latin typeface="NanumGothic"/>
                <a:ea typeface="NanumGothic"/>
                <a:cs typeface="NanumGothic"/>
              </a:rPr>
              <a:t>09</a:t>
            </a:r>
            <a:endParaRPr sz="750"/>
          </a:p>
        </p:txBody>
      </p:sp>
    </p:spTree>
    <p:extLst>
      <p:ext uri="{BB962C8B-B14F-4D97-AF65-F5344CB8AC3E}">
        <p14:creationId xmlns:p14="http://schemas.microsoft.com/office/powerpoint/2010/main" val="169271884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CD8858B-76DB-4346-A5D1-78D2C89C9302}"/>
              </a:ext>
            </a:extLst>
          </p:cNvPr>
          <p:cNvSpPr>
            <a:spLocks xmlns:a="http://schemas.openxmlformats.org/drawingml/2006/main" noGrp="1"/>
          </p:cNvSpPr>
          <p:nvPr/>
        </p:nvSpPr>
        <p:spPr>
          <a:xfrm xmlns:a="http://schemas.openxmlformats.org/drawingml/2006/main">
            <a:off x="475488" y="347472"/>
            <a:ext cx="502920" cy="274320"/>
          </a:xfrm>
          <a:prstGeom xmlns:a="http://schemas.openxmlformats.org/drawingml/2006/main" prst="roundRect">
            <a:avLst>
              <a:gd name="adj" fmla="val 26667"/>
            </a:avLst>
          </a:prstGeom>
          <a:solidFill xmlns:a="http://schemas.openxmlformats.org/drawingml/2006/main">
            <a:srgbClr val="0B1F3A"/>
          </a:solidFill>
          <a:ln xmlns:a="http://schemas.openxmlformats.org/drawingml/2006/main" w="12700">
            <a:solidFill>
              <a:srgbClr val="0B1F3A"/>
            </a:solidFill>
            <a:prstDash val="solid"/>
          </a:ln>
        </p:spPr>
      </p:sp>
      <p:sp>
        <p:nvSpPr>
          <p:cNvPr id="3" name="Text 1">
            <a:extLst xmlns:a="http://schemas.openxmlformats.org/drawingml/2006/main">
              <a:ext uri="{FF2B5EF4-FFF2-40B4-BE49-F238E27FC236}">
                <a16:creationId xmlns:a16="http://schemas.microsoft.com/office/drawing/2014/main" id="{A9D8D108-06A3-43FF-BC65-2A7DDF13C480}"/>
              </a:ext>
            </a:extLst>
          </p:cNvPr>
          <p:cNvSpPr>
            <a:spLocks xmlns:a="http://schemas.openxmlformats.org/drawingml/2006/main" noGrp="1"/>
          </p:cNvSpPr>
          <p:nvPr/>
        </p:nvSpPr>
        <p:spPr>
          <a:xfrm xmlns:a="http://schemas.openxmlformats.org/drawingml/2006/main">
            <a:off x="548640" y="356616"/>
            <a:ext cx="3566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750" b="1">
                <a:solidFill>
                  <a:srgbClr val="FFFFFF"/>
                </a:solidFill>
                <a:latin typeface="NanumGothic"/>
                <a:ea typeface="NanumGothic"/>
                <a:cs typeface="NanumGothic"/>
              </a:rPr>
              <a:t>08</a:t>
            </a:r>
            <a:endParaRPr sz="1000"/>
          </a:p>
        </p:txBody>
      </p:sp>
      <p:sp>
        <p:nvSpPr>
          <p:cNvPr id="4" name="Text 2">
            <a:extLst xmlns:a="http://schemas.openxmlformats.org/drawingml/2006/main">
              <a:ext uri="{FF2B5EF4-FFF2-40B4-BE49-F238E27FC236}">
                <a16:creationId xmlns:a16="http://schemas.microsoft.com/office/drawing/2014/main" id="{B14F0237-2F40-4AA9-B6AE-934182C36F6B}"/>
              </a:ext>
            </a:extLst>
          </p:cNvPr>
          <p:cNvSpPr>
            <a:spLocks xmlns:a="http://schemas.openxmlformats.org/drawingml/2006/main" noGrp="1"/>
          </p:cNvSpPr>
          <p:nvPr/>
        </p:nvSpPr>
        <p:spPr>
          <a:xfrm xmlns:a="http://schemas.openxmlformats.org/drawingml/2006/main">
            <a:off x="1133856" y="274320"/>
            <a:ext cx="71780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2400" b="1">
                <a:solidFill>
                  <a:srgbClr val="0B1F3A"/>
                </a:solidFill>
                <a:latin typeface="NanumGothic"/>
                <a:ea typeface="NanumGothic"/>
                <a:cs typeface="NanumGothic"/>
              </a:rPr>
              <a:t>모델·프롬프트·가드레일</a:t>
            </a:r>
            <a:endParaRPr sz="2400"/>
          </a:p>
        </p:txBody>
      </p:sp>
      <p:sp>
        <p:nvSpPr>
          <p:cNvPr id="5" name="Text 3">
            <a:extLst xmlns:a="http://schemas.openxmlformats.org/drawingml/2006/main">
              <a:ext uri="{FF2B5EF4-FFF2-40B4-BE49-F238E27FC236}">
                <a16:creationId xmlns:a16="http://schemas.microsoft.com/office/drawing/2014/main" id="{B0402C75-31AA-40F7-B018-29DE55FC3781}"/>
              </a:ext>
            </a:extLst>
          </p:cNvPr>
          <p:cNvSpPr>
            <a:spLocks xmlns:a="http://schemas.openxmlformats.org/drawingml/2006/main" noGrp="1"/>
          </p:cNvSpPr>
          <p:nvPr/>
        </p:nvSpPr>
        <p:spPr>
          <a:xfrm xmlns:a="http://schemas.openxmlformats.org/drawingml/2006/main">
            <a:off x="1143000" y="740664"/>
            <a:ext cx="7360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25">
                <a:solidFill>
                  <a:srgbClr val="667085"/>
                </a:solidFill>
                <a:latin typeface="NanumGothic"/>
                <a:ea typeface="NanumGothic"/>
                <a:cs typeface="NanumGothic"/>
              </a:rPr>
              <a:t>LLM은 원문 구조화에만 사용하고, 정규화·판정·비용 계산·위험물 차단은 결정론적 코드와 데이터가 수행합니다.</a:t>
            </a:r>
            <a:endParaRPr sz="950"/>
          </a:p>
        </p:txBody>
      </p:sp>
      <p:sp>
        <p:nvSpPr>
          <p:cNvPr id="6" name="Shape 4">
            <a:extLst xmlns:a="http://schemas.openxmlformats.org/drawingml/2006/main">
              <a:ext uri="{FF2B5EF4-FFF2-40B4-BE49-F238E27FC236}">
                <a16:creationId xmlns:a16="http://schemas.microsoft.com/office/drawing/2014/main" id="{E33EC1D2-7584-4FB2-9F5E-004805E736C3}"/>
              </a:ext>
            </a:extLst>
          </p:cNvPr>
          <p:cNvSpPr>
            <a:spLocks xmlns:a="http://schemas.openxmlformats.org/drawingml/2006/main" noGrp="1"/>
          </p:cNvSpPr>
          <p:nvPr/>
        </p:nvSpPr>
        <p:spPr>
          <a:xfrm xmlns:a="http://schemas.openxmlformats.org/drawingml/2006/main">
            <a:off x="475488" y="1078992"/>
            <a:ext cx="8193024" cy="0"/>
          </a:xfrm>
          <a:prstGeom xmlns:a="http://schemas.openxmlformats.org/drawingml/2006/main" prst="line">
            <a:avLst/>
          </a:prstGeom>
          <a:noFill xmlns:a="http://schemas.openxmlformats.org/drawingml/2006/main"/>
          <a:ln xmlns:a="http://schemas.openxmlformats.org/drawingml/2006/main" w="13970">
            <a:solidFill>
              <a:srgbClr val="D7DFEA"/>
            </a:solidFill>
            <a:prstDash val="solid"/>
          </a:ln>
        </p:spPr>
      </p:sp>
      <p:sp>
        <p:nvSpPr>
          <p:cNvPr id="7" name="Shape 5">
            <a:extLst xmlns:a="http://schemas.openxmlformats.org/drawingml/2006/main">
              <a:ext uri="{FF2B5EF4-FFF2-40B4-BE49-F238E27FC236}">
                <a16:creationId xmlns:a16="http://schemas.microsoft.com/office/drawing/2014/main" id="{0332BB8E-29B9-43AF-BA76-5396649F8281}"/>
              </a:ext>
            </a:extLst>
          </p:cNvPr>
          <p:cNvSpPr>
            <a:spLocks xmlns:a="http://schemas.openxmlformats.org/drawingml/2006/main" noGrp="1"/>
          </p:cNvSpPr>
          <p:nvPr/>
        </p:nvSpPr>
        <p:spPr>
          <a:xfrm xmlns:a="http://schemas.openxmlformats.org/drawingml/2006/main">
            <a:off x="502920" y="1335024"/>
            <a:ext cx="502920" cy="274320"/>
          </a:xfrm>
          <a:prstGeom xmlns:a="http://schemas.openxmlformats.org/drawingml/2006/main" prst="roundRect">
            <a:avLst>
              <a:gd name="adj" fmla="val 26667"/>
            </a:avLst>
          </a:prstGeom>
          <a:solidFill xmlns:a="http://schemas.openxmlformats.org/drawingml/2006/main">
            <a:srgbClr val="1769FF"/>
          </a:solidFill>
          <a:ln xmlns:a="http://schemas.openxmlformats.org/drawingml/2006/main" w="12700">
            <a:solidFill>
              <a:srgbClr val="1769FF"/>
            </a:solidFill>
            <a:prstDash val="solid"/>
          </a:ln>
        </p:spPr>
      </p:sp>
      <p:sp>
        <p:nvSpPr>
          <p:cNvPr id="8" name="Text 6">
            <a:extLst xmlns:a="http://schemas.openxmlformats.org/drawingml/2006/main">
              <a:ext uri="{FF2B5EF4-FFF2-40B4-BE49-F238E27FC236}">
                <a16:creationId xmlns:a16="http://schemas.microsoft.com/office/drawing/2014/main" id="{5AFB4E0C-6796-48A2-BB9F-8AAE4CD967F9}"/>
              </a:ext>
            </a:extLst>
          </p:cNvPr>
          <p:cNvSpPr>
            <a:spLocks xmlns:a="http://schemas.openxmlformats.org/drawingml/2006/main" noGrp="1"/>
          </p:cNvSpPr>
          <p:nvPr/>
        </p:nvSpPr>
        <p:spPr>
          <a:xfrm xmlns:a="http://schemas.openxmlformats.org/drawingml/2006/main">
            <a:off x="576072" y="1344168"/>
            <a:ext cx="3566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50" b="1">
                <a:solidFill>
                  <a:srgbClr val="FFFFFF"/>
                </a:solidFill>
                <a:latin typeface="NanumGothic"/>
                <a:ea typeface="NanumGothic"/>
                <a:cs typeface="NanumGothic"/>
              </a:rPr>
              <a:t>LLM</a:t>
            </a:r>
            <a:endParaRPr sz="850"/>
          </a:p>
        </p:txBody>
      </p:sp>
      <p:sp>
        <p:nvSpPr>
          <p:cNvPr id="9" name="Text 7">
            <a:extLst xmlns:a="http://schemas.openxmlformats.org/drawingml/2006/main">
              <a:ext uri="{FF2B5EF4-FFF2-40B4-BE49-F238E27FC236}">
                <a16:creationId xmlns:a16="http://schemas.microsoft.com/office/drawing/2014/main" id="{E56E6BBA-3A41-49B1-8E35-502A7FFAA2F6}"/>
              </a:ext>
            </a:extLst>
          </p:cNvPr>
          <p:cNvSpPr>
            <a:spLocks xmlns:a="http://schemas.openxmlformats.org/drawingml/2006/main" noGrp="1"/>
          </p:cNvSpPr>
          <p:nvPr/>
        </p:nvSpPr>
        <p:spPr>
          <a:xfrm xmlns:a="http://schemas.openxmlformats.org/drawingml/2006/main">
            <a:off x="1133856" y="1307592"/>
            <a:ext cx="34015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50" b="1">
                <a:solidFill>
                  <a:srgbClr val="0B1F3A"/>
                </a:solidFill>
                <a:latin typeface="NanumGothic"/>
                <a:ea typeface="NanumGothic"/>
                <a:cs typeface="NanumGothic"/>
              </a:rPr>
              <a:t>gpt-5.6-sol · Responses API · 12초 제한</a:t>
            </a:r>
            <a:endParaRPr sz="1300"/>
          </a:p>
        </p:txBody>
      </p:sp>
      <p:sp>
        <p:nvSpPr>
          <p:cNvPr id="10" name="Text 8">
            <a:extLst xmlns:a="http://schemas.openxmlformats.org/drawingml/2006/main">
              <a:ext uri="{FF2B5EF4-FFF2-40B4-BE49-F238E27FC236}">
                <a16:creationId xmlns:a16="http://schemas.microsoft.com/office/drawing/2014/main" id="{29E061B0-BE37-461C-9F38-BA17EEA2B6F1}"/>
              </a:ext>
            </a:extLst>
          </p:cNvPr>
          <p:cNvSpPr>
            <a:spLocks xmlns:a="http://schemas.openxmlformats.org/drawingml/2006/main" noGrp="1"/>
          </p:cNvSpPr>
          <p:nvPr/>
        </p:nvSpPr>
        <p:spPr>
          <a:xfrm xmlns:a="http://schemas.openxmlformats.org/drawingml/2006/main">
            <a:off x="1133856" y="1600200"/>
            <a:ext cx="34015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667085"/>
                </a:solidFill>
                <a:latin typeface="NanumGothic"/>
                <a:ea typeface="NanumGothic"/>
                <a:cs typeface="NanumGothic"/>
              </a:rPr>
              <a:t>입력 30,000자 이하 · 허용 키 10개 · JSON 후보만 정규화</a:t>
            </a:r>
            <a:endParaRPr sz="900"/>
          </a:p>
        </p:txBody>
      </p:sp>
      <p:sp>
        <p:nvSpPr>
          <p:cNvPr id="11" name="Shape 9">
            <a:extLst xmlns:a="http://schemas.openxmlformats.org/drawingml/2006/main">
              <a:ext uri="{FF2B5EF4-FFF2-40B4-BE49-F238E27FC236}">
                <a16:creationId xmlns:a16="http://schemas.microsoft.com/office/drawing/2014/main" id="{0C882948-4CC9-42EB-BE86-EFB733F1791D}"/>
              </a:ext>
            </a:extLst>
          </p:cNvPr>
          <p:cNvSpPr>
            <a:spLocks xmlns:a="http://schemas.openxmlformats.org/drawingml/2006/main" noGrp="1"/>
          </p:cNvSpPr>
          <p:nvPr/>
        </p:nvSpPr>
        <p:spPr>
          <a:xfrm xmlns:a="http://schemas.openxmlformats.org/drawingml/2006/main">
            <a:off x="502920" y="1965960"/>
            <a:ext cx="3913632" cy="2240280"/>
          </a:xfrm>
          <a:prstGeom xmlns:a="http://schemas.openxmlformats.org/drawingml/2006/main" prst="roundRect">
            <a:avLst>
              <a:gd name="adj" fmla="val 3265"/>
            </a:avLst>
          </a:prstGeom>
          <a:solidFill xmlns:a="http://schemas.openxmlformats.org/drawingml/2006/main">
            <a:srgbClr val="0B1F3A"/>
          </a:solidFill>
          <a:ln xmlns:a="http://schemas.openxmlformats.org/drawingml/2006/main" w="10160">
            <a:solidFill>
              <a:srgbClr val="0B1F3A"/>
            </a:solidFill>
            <a:prstDash val="solid"/>
          </a:ln>
        </p:spPr>
      </p:sp>
      <p:sp>
        <p:nvSpPr>
          <p:cNvPr id="12" name="Text 10">
            <a:extLst xmlns:a="http://schemas.openxmlformats.org/drawingml/2006/main">
              <a:ext uri="{FF2B5EF4-FFF2-40B4-BE49-F238E27FC236}">
                <a16:creationId xmlns:a16="http://schemas.microsoft.com/office/drawing/2014/main" id="{41EAB6EA-20A0-415F-8E65-B9AFDAED7D57}"/>
              </a:ext>
            </a:extLst>
          </p:cNvPr>
          <p:cNvSpPr>
            <a:spLocks xmlns:a="http://schemas.openxmlformats.org/drawingml/2006/main" noGrp="1"/>
          </p:cNvSpPr>
          <p:nvPr/>
        </p:nvSpPr>
        <p:spPr>
          <a:xfrm xmlns:a="http://schemas.openxmlformats.org/drawingml/2006/main">
            <a:off x="713232" y="2157984"/>
            <a:ext cx="34930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50" b="1" spc="100">
                <a:solidFill>
                  <a:srgbClr val="86B7FF"/>
                </a:solidFill>
                <a:latin typeface="NanumGothic"/>
                <a:ea typeface="NanumGothic"/>
                <a:cs typeface="NanumGothic"/>
              </a:rPr>
              <a:t>SYSTEM PROMPT · 핵심</a:t>
            </a:r>
            <a:endParaRPr sz="850"/>
          </a:p>
        </p:txBody>
      </p:sp>
      <p:sp>
        <p:nvSpPr>
          <p:cNvPr id="13" name="Text 11">
            <a:extLst xmlns:a="http://schemas.openxmlformats.org/drawingml/2006/main">
              <a:ext uri="{FF2B5EF4-FFF2-40B4-BE49-F238E27FC236}">
                <a16:creationId xmlns:a16="http://schemas.microsoft.com/office/drawing/2014/main" id="{7BA5D408-4A9F-4619-9D5E-283D97EBB2D3}"/>
              </a:ext>
            </a:extLst>
          </p:cNvPr>
          <p:cNvSpPr>
            <a:spLocks xmlns:a="http://schemas.openxmlformats.org/drawingml/2006/main" noGrp="1"/>
          </p:cNvSpPr>
          <p:nvPr/>
        </p:nvSpPr>
        <p:spPr>
          <a:xfrm xmlns:a="http://schemas.openxmlformats.org/drawingml/2006/main">
            <a:off x="713232" y="2523744"/>
            <a:ext cx="3456432"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84706"/>
          </a:bodyPr>
          <a:lstStyle xmlns:a="http://schemas.openxmlformats.org/drawingml/2006/main"/>
          <a:p xmlns:a="http://schemas.openxmlformats.org/drawingml/2006/main">
            <a:pPr marL="0" indent="0">
              <a:buNone/>
            </a:pPr>
            <a:r>
              <a:rPr sz="1275" b="1">
                <a:solidFill>
                  <a:srgbClr val="FFFFFF"/>
                </a:solidFill>
                <a:latin typeface="NanumGothic"/>
                <a:ea typeface="NanumGothic"/>
                <a:cs typeface="NanumGothic"/>
              </a:rPr>
              <a:t>“사용자가 말하거나 입력한 원문에 있는 값만 JSON으로 추출하고,</a:t>
            </a:r>
            <a:endParaRPr sz="1300"/>
          </a:p>
          <a:p xmlns:a="http://schemas.openxmlformats.org/drawingml/2006/main">
            <a:pPr marL="0" indent="0">
              <a:buNone/>
            </a:pPr>
            <a:r>
              <a:rPr sz="1275" b="1">
                <a:solidFill>
                  <a:srgbClr val="FFFFFF"/>
                </a:solidFill>
                <a:latin typeface="NanumGothic"/>
                <a:ea typeface="NanumGothic"/>
                <a:cs typeface="NanumGothic"/>
              </a:rPr>
              <a:t>없는 값은 null로 두며 허용 키 밖의 값은 반영하지 않습니다.”</a:t>
            </a:r>
            <a:endParaRPr sz="1300"/>
          </a:p>
        </p:txBody>
      </p:sp>
      <p:sp>
        <p:nvSpPr>
          <p:cNvPr id="14" name="Text 12">
            <a:extLst xmlns:a="http://schemas.openxmlformats.org/drawingml/2006/main">
              <a:ext uri="{FF2B5EF4-FFF2-40B4-BE49-F238E27FC236}">
                <a16:creationId xmlns:a16="http://schemas.microsoft.com/office/drawing/2014/main" id="{5241CA31-014C-4AF4-B6EC-8A3BB4A2B237}"/>
              </a:ext>
            </a:extLst>
          </p:cNvPr>
          <p:cNvSpPr>
            <a:spLocks xmlns:a="http://schemas.openxmlformats.org/drawingml/2006/main" noGrp="1"/>
          </p:cNvSpPr>
          <p:nvPr/>
        </p:nvSpPr>
        <p:spPr>
          <a:xfrm xmlns:a="http://schemas.openxmlformats.org/drawingml/2006/main">
            <a:off x="713232" y="3355848"/>
            <a:ext cx="3401568"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r>
              <a:rPr sz="825">
                <a:solidFill>
                  <a:srgbClr val="C8D7EA"/>
                </a:solidFill>
                <a:latin typeface="NanumGothic"/>
                <a:ea typeface="NanumGothic"/>
                <a:cs typeface="NanumGothic"/>
              </a:rPr>
              <a:t>허용 키(10)</a:t>
            </a:r>
            <a:endParaRPr sz="810"/>
          </a:p>
          <a:p xmlns:a="http://schemas.openxmlformats.org/drawingml/2006/main">
            <a:pPr marL="0" indent="0">
              <a:buNone/>
            </a:pPr>
            <a:r>
              <a:rPr sz="825">
                <a:solidFill>
                  <a:srgbClr val="C8D7EA"/>
                </a:solidFill>
                <a:latin typeface="NanumGothic"/>
                <a:ea typeface="NanumGothic"/>
                <a:cs typeface="NanumGothic"/>
              </a:rPr>
              <a:t>origin · destination · containerSize · containerCount · departureDate</a:t>
            </a:r>
            <a:endParaRPr sz="810"/>
          </a:p>
          <a:p xmlns:a="http://schemas.openxmlformats.org/drawingml/2006/main">
            <a:pPr marL="0" indent="0">
              <a:buNone/>
            </a:pPr>
            <a:r>
              <a:rPr sz="825">
                <a:solidFill>
                  <a:srgbClr val="C8D7EA"/>
                </a:solidFill>
                <a:latin typeface="NanumGothic"/>
                <a:ea typeface="NanumGothic"/>
                <a:cs typeface="NanumGothic"/>
              </a:rPr>
              <a:t>deadline · hazardous · roadCost · cargo · weightTons</a:t>
            </a:r>
            <a:endParaRPr sz="810"/>
          </a:p>
        </p:txBody>
      </p:sp>
      <p:sp>
        <p:nvSpPr>
          <p:cNvPr id="15" name="Text 13">
            <a:extLst xmlns:a="http://schemas.openxmlformats.org/drawingml/2006/main">
              <a:ext uri="{FF2B5EF4-FFF2-40B4-BE49-F238E27FC236}">
                <a16:creationId xmlns:a16="http://schemas.microsoft.com/office/drawing/2014/main" id="{DB1DAE9A-8BD0-439A-901E-F5B5CBAB1770}"/>
              </a:ext>
            </a:extLst>
          </p:cNvPr>
          <p:cNvSpPr>
            <a:spLocks xmlns:a="http://schemas.openxmlformats.org/drawingml/2006/main" noGrp="1"/>
          </p:cNvSpPr>
          <p:nvPr/>
        </p:nvSpPr>
        <p:spPr>
          <a:xfrm xmlns:a="http://schemas.openxmlformats.org/drawingml/2006/main">
            <a:off x="4754880" y="1307592"/>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250" b="1">
                <a:solidFill>
                  <a:srgbClr val="0B1F3A"/>
                </a:solidFill>
                <a:latin typeface="NanumGothic"/>
                <a:ea typeface="NanumGothic"/>
                <a:cs typeface="NanumGothic"/>
              </a:rPr>
              <a:t>분업 파이프라인</a:t>
            </a:r>
            <a:endParaRPr sz="1250"/>
          </a:p>
        </p:txBody>
      </p:sp>
      <p:sp>
        <p:nvSpPr>
          <p:cNvPr id="16" name="Shape 14">
            <a:extLst xmlns:a="http://schemas.openxmlformats.org/drawingml/2006/main">
              <a:ext uri="{FF2B5EF4-FFF2-40B4-BE49-F238E27FC236}">
                <a16:creationId xmlns:a16="http://schemas.microsoft.com/office/drawing/2014/main" id="{57B97741-993C-4612-B9C8-2BDFB2799AD6}"/>
              </a:ext>
            </a:extLst>
          </p:cNvPr>
          <p:cNvSpPr>
            <a:spLocks xmlns:a="http://schemas.openxmlformats.org/drawingml/2006/main" noGrp="1"/>
          </p:cNvSpPr>
          <p:nvPr/>
        </p:nvSpPr>
        <p:spPr>
          <a:xfrm xmlns:a="http://schemas.openxmlformats.org/drawingml/2006/main">
            <a:off x="4736592" y="1755648"/>
            <a:ext cx="3904488" cy="603504"/>
          </a:xfrm>
          <a:prstGeom xmlns:a="http://schemas.openxmlformats.org/drawingml/2006/main" prst="roundRect">
            <a:avLst>
              <a:gd name="adj" fmla="val 12121"/>
            </a:avLst>
          </a:prstGeom>
          <a:solidFill xmlns:a="http://schemas.openxmlformats.org/drawingml/2006/main">
            <a:srgbClr val="EAF2FF"/>
          </a:solidFill>
          <a:ln xmlns:a="http://schemas.openxmlformats.org/drawingml/2006/main" w="7620">
            <a:solidFill>
              <a:srgbClr val="D7DFEA"/>
            </a:solidFill>
            <a:prstDash val="solid"/>
          </a:ln>
        </p:spPr>
      </p:sp>
      <p:sp>
        <p:nvSpPr>
          <p:cNvPr id="17" name="Shape 15">
            <a:extLst xmlns:a="http://schemas.openxmlformats.org/drawingml/2006/main">
              <a:ext uri="{FF2B5EF4-FFF2-40B4-BE49-F238E27FC236}">
                <a16:creationId xmlns:a16="http://schemas.microsoft.com/office/drawing/2014/main" id="{1A60B42B-EAE3-4EC8-BCB8-C0063933F31B}"/>
              </a:ext>
            </a:extLst>
          </p:cNvPr>
          <p:cNvSpPr>
            <a:spLocks xmlns:a="http://schemas.openxmlformats.org/drawingml/2006/main" noGrp="1"/>
          </p:cNvSpPr>
          <p:nvPr/>
        </p:nvSpPr>
        <p:spPr>
          <a:xfrm xmlns:a="http://schemas.openxmlformats.org/drawingml/2006/main">
            <a:off x="4882896" y="1883664"/>
            <a:ext cx="347472" cy="347472"/>
          </a:xfrm>
          <a:prstGeom xmlns:a="http://schemas.openxmlformats.org/drawingml/2006/main" prst="ellipse">
            <a:avLst/>
          </a:prstGeom>
          <a:solidFill xmlns:a="http://schemas.openxmlformats.org/drawingml/2006/main">
            <a:srgbClr val="0F5AC7"/>
          </a:solidFill>
          <a:ln xmlns:a="http://schemas.openxmlformats.org/drawingml/2006/main" w="12700">
            <a:solidFill>
              <a:srgbClr val="0F5AC7"/>
            </a:solidFill>
            <a:prstDash val="solid"/>
          </a:ln>
        </p:spPr>
      </p:sp>
      <p:sp>
        <p:nvSpPr>
          <p:cNvPr id="18" name="Text 16">
            <a:extLst xmlns:a="http://schemas.openxmlformats.org/drawingml/2006/main">
              <a:ext uri="{FF2B5EF4-FFF2-40B4-BE49-F238E27FC236}">
                <a16:creationId xmlns:a16="http://schemas.microsoft.com/office/drawing/2014/main" id="{53053B96-882D-4CB4-8D31-850357BAAF71}"/>
              </a:ext>
            </a:extLst>
          </p:cNvPr>
          <p:cNvSpPr>
            <a:spLocks xmlns:a="http://schemas.openxmlformats.org/drawingml/2006/main" noGrp="1"/>
          </p:cNvSpPr>
          <p:nvPr/>
        </p:nvSpPr>
        <p:spPr>
          <a:xfrm xmlns:a="http://schemas.openxmlformats.org/drawingml/2006/main">
            <a:off x="4882896" y="1888236"/>
            <a:ext cx="34747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00" b="1">
                <a:solidFill>
                  <a:srgbClr val="FFFFFF"/>
                </a:solidFill>
                <a:latin typeface="NanumGothic"/>
                <a:ea typeface="NanumGothic"/>
                <a:cs typeface="NanumGothic"/>
              </a:rPr>
              <a:t>1</a:t>
            </a:r>
            <a:endParaRPr sz="1000"/>
          </a:p>
        </p:txBody>
      </p:sp>
      <p:sp>
        <p:nvSpPr>
          <p:cNvPr id="19" name="Text 17">
            <a:extLst xmlns:a="http://schemas.openxmlformats.org/drawingml/2006/main">
              <a:ext uri="{FF2B5EF4-FFF2-40B4-BE49-F238E27FC236}">
                <a16:creationId xmlns:a16="http://schemas.microsoft.com/office/drawing/2014/main" id="{9F1F34DF-592A-460B-91F1-E7669C5F73E4}"/>
              </a:ext>
            </a:extLst>
          </p:cNvPr>
          <p:cNvSpPr>
            <a:spLocks xmlns:a="http://schemas.openxmlformats.org/drawingml/2006/main" noGrp="1"/>
          </p:cNvSpPr>
          <p:nvPr/>
        </p:nvSpPr>
        <p:spPr>
          <a:xfrm xmlns:a="http://schemas.openxmlformats.org/drawingml/2006/main">
            <a:off x="5358384" y="1847088"/>
            <a:ext cx="130759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00" b="1">
                <a:solidFill>
                  <a:srgbClr val="0F5AC7"/>
                </a:solidFill>
                <a:latin typeface="NanumGothic"/>
                <a:ea typeface="NanumGothic"/>
                <a:cs typeface="NanumGothic"/>
              </a:rPr>
              <a:t>LLM 추출</a:t>
            </a:r>
            <a:endParaRPr sz="1000"/>
          </a:p>
        </p:txBody>
      </p:sp>
      <p:sp>
        <p:nvSpPr>
          <p:cNvPr id="20" name="Text 18">
            <a:extLst xmlns:a="http://schemas.openxmlformats.org/drawingml/2006/main">
              <a:ext uri="{FF2B5EF4-FFF2-40B4-BE49-F238E27FC236}">
                <a16:creationId xmlns:a16="http://schemas.microsoft.com/office/drawing/2014/main" id="{EF18D05F-8FFE-40DD-A6F3-9B6F44D1154A}"/>
              </a:ext>
            </a:extLst>
          </p:cNvPr>
          <p:cNvSpPr>
            <a:spLocks xmlns:a="http://schemas.openxmlformats.org/drawingml/2006/main" noGrp="1"/>
          </p:cNvSpPr>
          <p:nvPr/>
        </p:nvSpPr>
        <p:spPr>
          <a:xfrm xmlns:a="http://schemas.openxmlformats.org/drawingml/2006/main">
            <a:off x="6629400" y="1847088"/>
            <a:ext cx="17830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825">
                <a:solidFill>
                  <a:srgbClr val="667085"/>
                </a:solidFill>
                <a:latin typeface="NanumGothic"/>
                <a:ea typeface="NanumGothic"/>
                <a:cs typeface="NanumGothic"/>
              </a:rPr>
              <a:t>원문 → 후보 JSON</a:t>
            </a:r>
            <a:endParaRPr sz="830"/>
          </a:p>
        </p:txBody>
      </p:sp>
      <p:sp>
        <p:nvSpPr>
          <p:cNvPr id="21" name="Shape 19">
            <a:extLst xmlns:a="http://schemas.openxmlformats.org/drawingml/2006/main">
              <a:ext uri="{FF2B5EF4-FFF2-40B4-BE49-F238E27FC236}">
                <a16:creationId xmlns:a16="http://schemas.microsoft.com/office/drawing/2014/main" id="{C9C4EFA3-D735-4998-B4AC-5D57440E432B}"/>
              </a:ext>
            </a:extLst>
          </p:cNvPr>
          <p:cNvSpPr>
            <a:spLocks xmlns:a="http://schemas.openxmlformats.org/drawingml/2006/main" noGrp="1"/>
          </p:cNvSpPr>
          <p:nvPr/>
        </p:nvSpPr>
        <p:spPr>
          <a:xfrm xmlns:a="http://schemas.openxmlformats.org/drawingml/2006/main">
            <a:off x="6702552" y="2368296"/>
            <a:ext cx="0" cy="128016"/>
          </a:xfrm>
          <a:prstGeom xmlns:a="http://schemas.openxmlformats.org/drawingml/2006/main" prst="line">
            <a:avLst/>
          </a:prstGeom>
          <a:noFill xmlns:a="http://schemas.openxmlformats.org/drawingml/2006/main"/>
          <a:ln xmlns:a="http://schemas.openxmlformats.org/drawingml/2006/main" w="13970">
            <a:solidFill>
              <a:srgbClr val="D7DFEA"/>
            </a:solidFill>
            <a:prstDash val="solid"/>
            <a:tailEnd type="triangle"/>
          </a:ln>
        </p:spPr>
      </p:sp>
      <p:sp>
        <p:nvSpPr>
          <p:cNvPr id="22" name="Shape 20">
            <a:extLst xmlns:a="http://schemas.openxmlformats.org/drawingml/2006/main">
              <a:ext uri="{FF2B5EF4-FFF2-40B4-BE49-F238E27FC236}">
                <a16:creationId xmlns:a16="http://schemas.microsoft.com/office/drawing/2014/main" id="{DEB3FDB2-57C5-4BB7-AF2D-5FA7848526A5}"/>
              </a:ext>
            </a:extLst>
          </p:cNvPr>
          <p:cNvSpPr>
            <a:spLocks xmlns:a="http://schemas.openxmlformats.org/drawingml/2006/main" noGrp="1"/>
          </p:cNvSpPr>
          <p:nvPr/>
        </p:nvSpPr>
        <p:spPr>
          <a:xfrm xmlns:a="http://schemas.openxmlformats.org/drawingml/2006/main">
            <a:off x="4736592" y="2514600"/>
            <a:ext cx="3904488" cy="603504"/>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7620">
            <a:solidFill>
              <a:srgbClr val="D7DFEA"/>
            </a:solidFill>
            <a:prstDash val="solid"/>
          </a:ln>
        </p:spPr>
      </p:sp>
      <p:sp>
        <p:nvSpPr>
          <p:cNvPr id="23" name="Shape 21">
            <a:extLst xmlns:a="http://schemas.openxmlformats.org/drawingml/2006/main">
              <a:ext uri="{FF2B5EF4-FFF2-40B4-BE49-F238E27FC236}">
                <a16:creationId xmlns:a16="http://schemas.microsoft.com/office/drawing/2014/main" id="{78718DB7-6A02-4385-B39E-F2DACF36D80E}"/>
              </a:ext>
            </a:extLst>
          </p:cNvPr>
          <p:cNvSpPr>
            <a:spLocks xmlns:a="http://schemas.openxmlformats.org/drawingml/2006/main" noGrp="1"/>
          </p:cNvSpPr>
          <p:nvPr/>
        </p:nvSpPr>
        <p:spPr>
          <a:xfrm xmlns:a="http://schemas.openxmlformats.org/drawingml/2006/main">
            <a:off x="4882896" y="2642616"/>
            <a:ext cx="347472" cy="347472"/>
          </a:xfrm>
          <a:prstGeom xmlns:a="http://schemas.openxmlformats.org/drawingml/2006/main" prst="ellipse">
            <a:avLst/>
          </a:prstGeom>
          <a:solidFill xmlns:a="http://schemas.openxmlformats.org/drawingml/2006/main">
            <a:srgbClr val="0B1F3A"/>
          </a:solidFill>
          <a:ln xmlns:a="http://schemas.openxmlformats.org/drawingml/2006/main" w="12700">
            <a:solidFill>
              <a:srgbClr val="0B1F3A"/>
            </a:solidFill>
            <a:prstDash val="solid"/>
          </a:ln>
        </p:spPr>
      </p:sp>
      <p:sp>
        <p:nvSpPr>
          <p:cNvPr id="24" name="Text 22">
            <a:extLst xmlns:a="http://schemas.openxmlformats.org/drawingml/2006/main">
              <a:ext uri="{FF2B5EF4-FFF2-40B4-BE49-F238E27FC236}">
                <a16:creationId xmlns:a16="http://schemas.microsoft.com/office/drawing/2014/main" id="{6D48D270-E3E6-4F7C-BAA0-4AE73677FACC}"/>
              </a:ext>
            </a:extLst>
          </p:cNvPr>
          <p:cNvSpPr>
            <a:spLocks xmlns:a="http://schemas.openxmlformats.org/drawingml/2006/main" noGrp="1"/>
          </p:cNvSpPr>
          <p:nvPr/>
        </p:nvSpPr>
        <p:spPr>
          <a:xfrm xmlns:a="http://schemas.openxmlformats.org/drawingml/2006/main">
            <a:off x="4882896" y="2647188"/>
            <a:ext cx="34747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00" b="1">
                <a:solidFill>
                  <a:srgbClr val="FFFFFF"/>
                </a:solidFill>
                <a:latin typeface="NanumGothic"/>
                <a:ea typeface="NanumGothic"/>
                <a:cs typeface="NanumGothic"/>
              </a:rPr>
              <a:t>2</a:t>
            </a:r>
            <a:endParaRPr sz="1000"/>
          </a:p>
        </p:txBody>
      </p:sp>
      <p:sp>
        <p:nvSpPr>
          <p:cNvPr id="25" name="Text 23">
            <a:extLst xmlns:a="http://schemas.openxmlformats.org/drawingml/2006/main">
              <a:ext uri="{FF2B5EF4-FFF2-40B4-BE49-F238E27FC236}">
                <a16:creationId xmlns:a16="http://schemas.microsoft.com/office/drawing/2014/main" id="{B4B5D278-DF56-4B34-A28A-58CCDB126794}"/>
              </a:ext>
            </a:extLst>
          </p:cNvPr>
          <p:cNvSpPr>
            <a:spLocks xmlns:a="http://schemas.openxmlformats.org/drawingml/2006/main" noGrp="1"/>
          </p:cNvSpPr>
          <p:nvPr/>
        </p:nvSpPr>
        <p:spPr>
          <a:xfrm xmlns:a="http://schemas.openxmlformats.org/drawingml/2006/main">
            <a:off x="5358384" y="2606040"/>
            <a:ext cx="130759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00" b="1">
                <a:solidFill>
                  <a:srgbClr val="0B1F3A"/>
                </a:solidFill>
                <a:latin typeface="NanumGothic"/>
                <a:ea typeface="NanumGothic"/>
                <a:cs typeface="NanumGothic"/>
              </a:rPr>
              <a:t>스키마 정규화</a:t>
            </a:r>
            <a:endParaRPr sz="1000"/>
          </a:p>
        </p:txBody>
      </p:sp>
      <p:sp>
        <p:nvSpPr>
          <p:cNvPr id="26" name="Text 24">
            <a:extLst xmlns:a="http://schemas.openxmlformats.org/drawingml/2006/main">
              <a:ext uri="{FF2B5EF4-FFF2-40B4-BE49-F238E27FC236}">
                <a16:creationId xmlns:a16="http://schemas.microsoft.com/office/drawing/2014/main" id="{13E0C9EC-B193-484A-BD19-8104780DD1F8}"/>
              </a:ext>
            </a:extLst>
          </p:cNvPr>
          <p:cNvSpPr>
            <a:spLocks xmlns:a="http://schemas.openxmlformats.org/drawingml/2006/main" noGrp="1"/>
          </p:cNvSpPr>
          <p:nvPr/>
        </p:nvSpPr>
        <p:spPr>
          <a:xfrm xmlns:a="http://schemas.openxmlformats.org/drawingml/2006/main">
            <a:off x="6629400" y="2606040"/>
            <a:ext cx="17830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825">
                <a:solidFill>
                  <a:srgbClr val="667085"/>
                </a:solidFill>
                <a:latin typeface="NanumGothic"/>
                <a:ea typeface="NanumGothic"/>
                <a:cs typeface="NanumGothic"/>
              </a:rPr>
              <a:t>문자열·날짜·금액·TEU</a:t>
            </a:r>
            <a:endParaRPr sz="830"/>
          </a:p>
        </p:txBody>
      </p:sp>
      <p:sp>
        <p:nvSpPr>
          <p:cNvPr id="27" name="Shape 25">
            <a:extLst xmlns:a="http://schemas.openxmlformats.org/drawingml/2006/main">
              <a:ext uri="{FF2B5EF4-FFF2-40B4-BE49-F238E27FC236}">
                <a16:creationId xmlns:a16="http://schemas.microsoft.com/office/drawing/2014/main" id="{585E88B4-EC1E-48B5-B5CC-51A52E8B233E}"/>
              </a:ext>
            </a:extLst>
          </p:cNvPr>
          <p:cNvSpPr>
            <a:spLocks xmlns:a="http://schemas.openxmlformats.org/drawingml/2006/main" noGrp="1"/>
          </p:cNvSpPr>
          <p:nvPr/>
        </p:nvSpPr>
        <p:spPr>
          <a:xfrm xmlns:a="http://schemas.openxmlformats.org/drawingml/2006/main">
            <a:off x="6702552" y="3127248"/>
            <a:ext cx="0" cy="128016"/>
          </a:xfrm>
          <a:prstGeom xmlns:a="http://schemas.openxmlformats.org/drawingml/2006/main" prst="line">
            <a:avLst/>
          </a:prstGeom>
          <a:noFill xmlns:a="http://schemas.openxmlformats.org/drawingml/2006/main"/>
          <a:ln xmlns:a="http://schemas.openxmlformats.org/drawingml/2006/main" w="13970">
            <a:solidFill>
              <a:srgbClr val="D7DFEA"/>
            </a:solidFill>
            <a:prstDash val="solid"/>
            <a:tailEnd type="triangle"/>
          </a:ln>
        </p:spPr>
      </p:sp>
      <p:sp>
        <p:nvSpPr>
          <p:cNvPr id="28" name="Shape 26">
            <a:extLst xmlns:a="http://schemas.openxmlformats.org/drawingml/2006/main">
              <a:ext uri="{FF2B5EF4-FFF2-40B4-BE49-F238E27FC236}">
                <a16:creationId xmlns:a16="http://schemas.microsoft.com/office/drawing/2014/main" id="{A812B00E-A7AF-4309-8E9D-CD6CD4EE976B}"/>
              </a:ext>
            </a:extLst>
          </p:cNvPr>
          <p:cNvSpPr>
            <a:spLocks xmlns:a="http://schemas.openxmlformats.org/drawingml/2006/main" noGrp="1"/>
          </p:cNvSpPr>
          <p:nvPr/>
        </p:nvSpPr>
        <p:spPr>
          <a:xfrm xmlns:a="http://schemas.openxmlformats.org/drawingml/2006/main">
            <a:off x="4736592" y="3273552"/>
            <a:ext cx="3904488" cy="603504"/>
          </a:xfrm>
          <a:prstGeom xmlns:a="http://schemas.openxmlformats.org/drawingml/2006/main" prst="roundRect">
            <a:avLst>
              <a:gd name="adj" fmla="val 12121"/>
            </a:avLst>
          </a:prstGeom>
          <a:solidFill xmlns:a="http://schemas.openxmlformats.org/drawingml/2006/main">
            <a:srgbClr val="E8F8F1"/>
          </a:solidFill>
          <a:ln xmlns:a="http://schemas.openxmlformats.org/drawingml/2006/main" w="7620">
            <a:solidFill>
              <a:srgbClr val="D7DFEA"/>
            </a:solidFill>
            <a:prstDash val="solid"/>
          </a:ln>
        </p:spPr>
      </p:sp>
      <p:sp>
        <p:nvSpPr>
          <p:cNvPr id="29" name="Shape 27">
            <a:extLst xmlns:a="http://schemas.openxmlformats.org/drawingml/2006/main">
              <a:ext uri="{FF2B5EF4-FFF2-40B4-BE49-F238E27FC236}">
                <a16:creationId xmlns:a16="http://schemas.microsoft.com/office/drawing/2014/main" id="{61E4DA3A-7A6E-42F2-A26C-D0F80A907E1A}"/>
              </a:ext>
            </a:extLst>
          </p:cNvPr>
          <p:cNvSpPr>
            <a:spLocks xmlns:a="http://schemas.openxmlformats.org/drawingml/2006/main" noGrp="1"/>
          </p:cNvSpPr>
          <p:nvPr/>
        </p:nvSpPr>
        <p:spPr>
          <a:xfrm xmlns:a="http://schemas.openxmlformats.org/drawingml/2006/main">
            <a:off x="4882896" y="3401568"/>
            <a:ext cx="347472" cy="347472"/>
          </a:xfrm>
          <a:prstGeom xmlns:a="http://schemas.openxmlformats.org/drawingml/2006/main" prst="ellipse">
            <a:avLst/>
          </a:prstGeom>
          <a:solidFill xmlns:a="http://schemas.openxmlformats.org/drawingml/2006/main">
            <a:srgbClr val="0A7C50"/>
          </a:solidFill>
          <a:ln xmlns:a="http://schemas.openxmlformats.org/drawingml/2006/main" w="12700">
            <a:solidFill>
              <a:srgbClr val="0A7C50"/>
            </a:solidFill>
            <a:prstDash val="solid"/>
          </a:ln>
        </p:spPr>
      </p:sp>
      <p:sp>
        <p:nvSpPr>
          <p:cNvPr id="30" name="Text 28">
            <a:extLst xmlns:a="http://schemas.openxmlformats.org/drawingml/2006/main">
              <a:ext uri="{FF2B5EF4-FFF2-40B4-BE49-F238E27FC236}">
                <a16:creationId xmlns:a16="http://schemas.microsoft.com/office/drawing/2014/main" id="{68BB056E-664E-4636-BFDF-E1A2D8574B0E}"/>
              </a:ext>
            </a:extLst>
          </p:cNvPr>
          <p:cNvSpPr>
            <a:spLocks xmlns:a="http://schemas.openxmlformats.org/drawingml/2006/main" noGrp="1"/>
          </p:cNvSpPr>
          <p:nvPr/>
        </p:nvSpPr>
        <p:spPr>
          <a:xfrm xmlns:a="http://schemas.openxmlformats.org/drawingml/2006/main">
            <a:off x="4882896" y="3406140"/>
            <a:ext cx="34747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00" b="1">
                <a:solidFill>
                  <a:srgbClr val="FFFFFF"/>
                </a:solidFill>
                <a:latin typeface="NanumGothic"/>
                <a:ea typeface="NanumGothic"/>
                <a:cs typeface="NanumGothic"/>
              </a:rPr>
              <a:t>3</a:t>
            </a:r>
            <a:endParaRPr sz="1000"/>
          </a:p>
        </p:txBody>
      </p:sp>
      <p:sp>
        <p:nvSpPr>
          <p:cNvPr id="31" name="Text 29">
            <a:extLst xmlns:a="http://schemas.openxmlformats.org/drawingml/2006/main">
              <a:ext uri="{FF2B5EF4-FFF2-40B4-BE49-F238E27FC236}">
                <a16:creationId xmlns:a16="http://schemas.microsoft.com/office/drawing/2014/main" id="{9C847FDB-FE20-4F31-8A86-7AEFD7DEA0C5}"/>
              </a:ext>
            </a:extLst>
          </p:cNvPr>
          <p:cNvSpPr>
            <a:spLocks xmlns:a="http://schemas.openxmlformats.org/drawingml/2006/main" noGrp="1"/>
          </p:cNvSpPr>
          <p:nvPr/>
        </p:nvSpPr>
        <p:spPr>
          <a:xfrm xmlns:a="http://schemas.openxmlformats.org/drawingml/2006/main">
            <a:off x="5358384" y="3364992"/>
            <a:ext cx="130759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00" b="1">
                <a:solidFill>
                  <a:srgbClr val="0A7C50"/>
                </a:solidFill>
                <a:latin typeface="NanumGothic"/>
                <a:ea typeface="NanumGothic"/>
                <a:cs typeface="NanumGothic"/>
              </a:rPr>
              <a:t>규칙·데이터 엔진</a:t>
            </a:r>
            <a:endParaRPr sz="1000"/>
          </a:p>
        </p:txBody>
      </p:sp>
      <p:sp>
        <p:nvSpPr>
          <p:cNvPr id="32" name="Text 30">
            <a:extLst xmlns:a="http://schemas.openxmlformats.org/drawingml/2006/main">
              <a:ext uri="{FF2B5EF4-FFF2-40B4-BE49-F238E27FC236}">
                <a16:creationId xmlns:a16="http://schemas.microsoft.com/office/drawing/2014/main" id="{8CC11639-E685-4E99-A5BA-B15EAA78C468}"/>
              </a:ext>
            </a:extLst>
          </p:cNvPr>
          <p:cNvSpPr>
            <a:spLocks xmlns:a="http://schemas.openxmlformats.org/drawingml/2006/main" noGrp="1"/>
          </p:cNvSpPr>
          <p:nvPr/>
        </p:nvSpPr>
        <p:spPr>
          <a:xfrm xmlns:a="http://schemas.openxmlformats.org/drawingml/2006/main">
            <a:off x="6629400" y="3364992"/>
            <a:ext cx="17830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825">
                <a:solidFill>
                  <a:srgbClr val="667085"/>
                </a:solidFill>
                <a:latin typeface="NanumGothic"/>
                <a:ea typeface="NanumGothic"/>
                <a:cs typeface="NanumGothic"/>
              </a:rPr>
              <a:t>3단계·7축·D2D 계산</a:t>
            </a:r>
            <a:endParaRPr sz="830"/>
          </a:p>
        </p:txBody>
      </p:sp>
      <p:sp>
        <p:nvSpPr>
          <p:cNvPr id="33" name="Shape 31">
            <a:extLst xmlns:a="http://schemas.openxmlformats.org/drawingml/2006/main">
              <a:ext uri="{FF2B5EF4-FFF2-40B4-BE49-F238E27FC236}">
                <a16:creationId xmlns:a16="http://schemas.microsoft.com/office/drawing/2014/main" id="{1404278F-DCB3-4734-9525-FB33AE7333A1}"/>
              </a:ext>
            </a:extLst>
          </p:cNvPr>
          <p:cNvSpPr>
            <a:spLocks xmlns:a="http://schemas.openxmlformats.org/drawingml/2006/main" noGrp="1"/>
          </p:cNvSpPr>
          <p:nvPr/>
        </p:nvSpPr>
        <p:spPr>
          <a:xfrm xmlns:a="http://schemas.openxmlformats.org/drawingml/2006/main">
            <a:off x="6702552" y="3886200"/>
            <a:ext cx="0" cy="128016"/>
          </a:xfrm>
          <a:prstGeom xmlns:a="http://schemas.openxmlformats.org/drawingml/2006/main" prst="line">
            <a:avLst/>
          </a:prstGeom>
          <a:noFill xmlns:a="http://schemas.openxmlformats.org/drawingml/2006/main"/>
          <a:ln xmlns:a="http://schemas.openxmlformats.org/drawingml/2006/main" w="13970">
            <a:solidFill>
              <a:srgbClr val="D7DFEA"/>
            </a:solidFill>
            <a:prstDash val="solid"/>
            <a:tailEnd type="triangle"/>
          </a:ln>
        </p:spPr>
      </p:sp>
      <p:sp>
        <p:nvSpPr>
          <p:cNvPr id="34" name="Shape 32">
            <a:extLst xmlns:a="http://schemas.openxmlformats.org/drawingml/2006/main">
              <a:ext uri="{FF2B5EF4-FFF2-40B4-BE49-F238E27FC236}">
                <a16:creationId xmlns:a16="http://schemas.microsoft.com/office/drawing/2014/main" id="{BEE6D1CB-413C-46AE-8BFD-286DAF8C55EB}"/>
              </a:ext>
            </a:extLst>
          </p:cNvPr>
          <p:cNvSpPr>
            <a:spLocks xmlns:a="http://schemas.openxmlformats.org/drawingml/2006/main" noGrp="1"/>
          </p:cNvSpPr>
          <p:nvPr/>
        </p:nvSpPr>
        <p:spPr>
          <a:xfrm xmlns:a="http://schemas.openxmlformats.org/drawingml/2006/main">
            <a:off x="4736592" y="4032504"/>
            <a:ext cx="3904488" cy="603504"/>
          </a:xfrm>
          <a:prstGeom xmlns:a="http://schemas.openxmlformats.org/drawingml/2006/main" prst="roundRect">
            <a:avLst>
              <a:gd name="adj" fmla="val 12121"/>
            </a:avLst>
          </a:prstGeom>
          <a:solidFill xmlns:a="http://schemas.openxmlformats.org/drawingml/2006/main">
            <a:srgbClr val="FFF3DC"/>
          </a:solidFill>
          <a:ln xmlns:a="http://schemas.openxmlformats.org/drawingml/2006/main" w="13970">
            <a:solidFill>
              <a:srgbClr val="F59E0B"/>
            </a:solidFill>
            <a:prstDash val="solid"/>
          </a:ln>
        </p:spPr>
      </p:sp>
      <p:sp>
        <p:nvSpPr>
          <p:cNvPr id="35" name="Shape 33">
            <a:extLst xmlns:a="http://schemas.openxmlformats.org/drawingml/2006/main">
              <a:ext uri="{FF2B5EF4-FFF2-40B4-BE49-F238E27FC236}">
                <a16:creationId xmlns:a16="http://schemas.microsoft.com/office/drawing/2014/main" id="{972992EA-F5D3-461A-B716-25ED0175B4B9}"/>
              </a:ext>
            </a:extLst>
          </p:cNvPr>
          <p:cNvSpPr>
            <a:spLocks xmlns:a="http://schemas.openxmlformats.org/drawingml/2006/main" noGrp="1"/>
          </p:cNvSpPr>
          <p:nvPr/>
        </p:nvSpPr>
        <p:spPr>
          <a:xfrm xmlns:a="http://schemas.openxmlformats.org/drawingml/2006/main">
            <a:off x="4882896" y="4160520"/>
            <a:ext cx="347472" cy="347472"/>
          </a:xfrm>
          <a:prstGeom xmlns:a="http://schemas.openxmlformats.org/drawingml/2006/main" prst="ellipse">
            <a:avLst/>
          </a:prstGeom>
          <a:solidFill xmlns:a="http://schemas.openxmlformats.org/drawingml/2006/main">
            <a:srgbClr val="9B6200"/>
          </a:solidFill>
          <a:ln xmlns:a="http://schemas.openxmlformats.org/drawingml/2006/main" w="12700">
            <a:solidFill>
              <a:srgbClr val="9B6200"/>
            </a:solidFill>
            <a:prstDash val="solid"/>
          </a:ln>
        </p:spPr>
      </p:sp>
      <p:sp>
        <p:nvSpPr>
          <p:cNvPr id="36" name="Text 34">
            <a:extLst xmlns:a="http://schemas.openxmlformats.org/drawingml/2006/main">
              <a:ext uri="{FF2B5EF4-FFF2-40B4-BE49-F238E27FC236}">
                <a16:creationId xmlns:a16="http://schemas.microsoft.com/office/drawing/2014/main" id="{39057BA7-AC36-4B7B-8D14-57D1DC28A4B4}"/>
              </a:ext>
            </a:extLst>
          </p:cNvPr>
          <p:cNvSpPr>
            <a:spLocks xmlns:a="http://schemas.openxmlformats.org/drawingml/2006/main" noGrp="1"/>
          </p:cNvSpPr>
          <p:nvPr/>
        </p:nvSpPr>
        <p:spPr>
          <a:xfrm xmlns:a="http://schemas.openxmlformats.org/drawingml/2006/main">
            <a:off x="4882896" y="4165092"/>
            <a:ext cx="34747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00" b="1">
                <a:solidFill>
                  <a:srgbClr val="FFFFFF"/>
                </a:solidFill>
                <a:latin typeface="NanumGothic"/>
                <a:ea typeface="NanumGothic"/>
                <a:cs typeface="NanumGothic"/>
              </a:rPr>
              <a:t>4</a:t>
            </a:r>
            <a:endParaRPr sz="1000"/>
          </a:p>
        </p:txBody>
      </p:sp>
      <p:sp>
        <p:nvSpPr>
          <p:cNvPr id="37" name="Text 35">
            <a:extLst xmlns:a="http://schemas.openxmlformats.org/drawingml/2006/main">
              <a:ext uri="{FF2B5EF4-FFF2-40B4-BE49-F238E27FC236}">
                <a16:creationId xmlns:a16="http://schemas.microsoft.com/office/drawing/2014/main" id="{47B49889-BFBB-4F25-9B36-A5E71C9DC290}"/>
              </a:ext>
            </a:extLst>
          </p:cNvPr>
          <p:cNvSpPr>
            <a:spLocks xmlns:a="http://schemas.openxmlformats.org/drawingml/2006/main" noGrp="1"/>
          </p:cNvSpPr>
          <p:nvPr/>
        </p:nvSpPr>
        <p:spPr>
          <a:xfrm xmlns:a="http://schemas.openxmlformats.org/drawingml/2006/main">
            <a:off x="5358384" y="4123944"/>
            <a:ext cx="130759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b="1">
                <a:solidFill>
                  <a:srgbClr val="9B6200"/>
                </a:solidFill>
                <a:latin typeface="NanumGothic"/>
                <a:ea typeface="NanumGothic"/>
                <a:cs typeface="NanumGothic"/>
              </a:rPr>
              <a:t>화주 에이전트·SSE</a:t>
            </a:r>
            <a:endParaRPr sz="1000"/>
          </a:p>
        </p:txBody>
      </p:sp>
      <p:sp>
        <p:nvSpPr>
          <p:cNvPr id="38" name="Text 36">
            <a:extLst xmlns:a="http://schemas.openxmlformats.org/drawingml/2006/main">
              <a:ext uri="{FF2B5EF4-FFF2-40B4-BE49-F238E27FC236}">
                <a16:creationId xmlns:a16="http://schemas.microsoft.com/office/drawing/2014/main" id="{06B6AF81-2971-4CEA-8E74-D8A6CE209B4E}"/>
              </a:ext>
            </a:extLst>
          </p:cNvPr>
          <p:cNvSpPr>
            <a:spLocks xmlns:a="http://schemas.openxmlformats.org/drawingml/2006/main" noGrp="1"/>
          </p:cNvSpPr>
          <p:nvPr/>
        </p:nvSpPr>
        <p:spPr>
          <a:xfrm xmlns:a="http://schemas.openxmlformats.org/drawingml/2006/main">
            <a:off x="6629400" y="4123944"/>
            <a:ext cx="17830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825">
                <a:solidFill>
                  <a:srgbClr val="667085"/>
                </a:solidFill>
                <a:latin typeface="NanumGothic"/>
                <a:ea typeface="NanumGothic"/>
                <a:cs typeface="NanumGothic"/>
              </a:rPr>
              <a:t>참여·이탈·단가 재계산</a:t>
            </a:r>
            <a:endParaRPr sz="830"/>
          </a:p>
        </p:txBody>
      </p:sp>
      <p:sp>
        <p:nvSpPr>
          <p:cNvPr id="39" name="Shape 37">
            <a:extLst xmlns:a="http://schemas.openxmlformats.org/drawingml/2006/main">
              <a:ext uri="{FF2B5EF4-FFF2-40B4-BE49-F238E27FC236}">
                <a16:creationId xmlns:a16="http://schemas.microsoft.com/office/drawing/2014/main" id="{44913947-68DD-45CA-9F02-57001D55E0C1}"/>
              </a:ext>
            </a:extLst>
          </p:cNvPr>
          <p:cNvSpPr>
            <a:spLocks xmlns:a="http://schemas.openxmlformats.org/drawingml/2006/main" noGrp="1"/>
          </p:cNvSpPr>
          <p:nvPr/>
        </p:nvSpPr>
        <p:spPr>
          <a:xfrm xmlns:a="http://schemas.openxmlformats.org/drawingml/2006/main">
            <a:off x="6702552" y="4645152"/>
            <a:ext cx="0" cy="128016"/>
          </a:xfrm>
          <a:prstGeom xmlns:a="http://schemas.openxmlformats.org/drawingml/2006/main" prst="line">
            <a:avLst/>
          </a:prstGeom>
          <a:noFill xmlns:a="http://schemas.openxmlformats.org/drawingml/2006/main"/>
          <a:ln xmlns:a="http://schemas.openxmlformats.org/drawingml/2006/main" w="13970">
            <a:solidFill>
              <a:srgbClr val="D7DFEA"/>
            </a:solidFill>
            <a:prstDash val="solid"/>
            <a:tailEnd type="triangle"/>
          </a:ln>
        </p:spPr>
      </p:sp>
      <p:sp>
        <p:nvSpPr>
          <p:cNvPr id="40" name="Shape 38">
            <a:extLst xmlns:a="http://schemas.openxmlformats.org/drawingml/2006/main">
              <a:ext uri="{FF2B5EF4-FFF2-40B4-BE49-F238E27FC236}">
                <a16:creationId xmlns:a16="http://schemas.microsoft.com/office/drawing/2014/main" id="{196E0F2C-E6DA-4BFF-BF35-1B2E5A3C6403}"/>
              </a:ext>
            </a:extLst>
          </p:cNvPr>
          <p:cNvSpPr>
            <a:spLocks xmlns:a="http://schemas.openxmlformats.org/drawingml/2006/main" noGrp="1"/>
          </p:cNvSpPr>
          <p:nvPr/>
        </p:nvSpPr>
        <p:spPr>
          <a:xfrm xmlns:a="http://schemas.openxmlformats.org/drawingml/2006/main">
            <a:off x="4736592" y="4791456"/>
            <a:ext cx="3904488" cy="603504"/>
          </a:xfrm>
          <a:prstGeom xmlns:a="http://schemas.openxmlformats.org/drawingml/2006/main" prst="roundRect">
            <a:avLst>
              <a:gd name="adj" fmla="val 12121"/>
            </a:avLst>
          </a:prstGeom>
          <a:solidFill xmlns:a="http://schemas.openxmlformats.org/drawingml/2006/main">
            <a:srgbClr val="EAF2FF"/>
          </a:solidFill>
          <a:ln xmlns:a="http://schemas.openxmlformats.org/drawingml/2006/main" w="7620">
            <a:solidFill>
              <a:srgbClr val="D7DFEA"/>
            </a:solidFill>
            <a:prstDash val="solid"/>
          </a:ln>
        </p:spPr>
      </p:sp>
      <p:sp>
        <p:nvSpPr>
          <p:cNvPr id="41" name="Shape 39">
            <a:extLst xmlns:a="http://schemas.openxmlformats.org/drawingml/2006/main">
              <a:ext uri="{FF2B5EF4-FFF2-40B4-BE49-F238E27FC236}">
                <a16:creationId xmlns:a16="http://schemas.microsoft.com/office/drawing/2014/main" id="{D7559087-8BF4-4FC6-A197-1AC302ECC753}"/>
              </a:ext>
            </a:extLst>
          </p:cNvPr>
          <p:cNvSpPr>
            <a:spLocks xmlns:a="http://schemas.openxmlformats.org/drawingml/2006/main" noGrp="1"/>
          </p:cNvSpPr>
          <p:nvPr/>
        </p:nvSpPr>
        <p:spPr>
          <a:xfrm xmlns:a="http://schemas.openxmlformats.org/drawingml/2006/main">
            <a:off x="4882896" y="4919472"/>
            <a:ext cx="347472" cy="347472"/>
          </a:xfrm>
          <a:prstGeom xmlns:a="http://schemas.openxmlformats.org/drawingml/2006/main" prst="ellipse">
            <a:avLst/>
          </a:prstGeom>
          <a:solidFill xmlns:a="http://schemas.openxmlformats.org/drawingml/2006/main">
            <a:srgbClr val="0F5AC7"/>
          </a:solidFill>
          <a:ln xmlns:a="http://schemas.openxmlformats.org/drawingml/2006/main" w="12700">
            <a:solidFill>
              <a:srgbClr val="0F5AC7"/>
            </a:solidFill>
            <a:prstDash val="solid"/>
          </a:ln>
        </p:spPr>
      </p:sp>
      <p:sp>
        <p:nvSpPr>
          <p:cNvPr id="42" name="Text 40">
            <a:extLst xmlns:a="http://schemas.openxmlformats.org/drawingml/2006/main">
              <a:ext uri="{FF2B5EF4-FFF2-40B4-BE49-F238E27FC236}">
                <a16:creationId xmlns:a16="http://schemas.microsoft.com/office/drawing/2014/main" id="{62F04C06-224C-4B0F-B843-475391F0E273}"/>
              </a:ext>
            </a:extLst>
          </p:cNvPr>
          <p:cNvSpPr>
            <a:spLocks xmlns:a="http://schemas.openxmlformats.org/drawingml/2006/main" noGrp="1"/>
          </p:cNvSpPr>
          <p:nvPr/>
        </p:nvSpPr>
        <p:spPr>
          <a:xfrm xmlns:a="http://schemas.openxmlformats.org/drawingml/2006/main">
            <a:off x="4882896" y="4924044"/>
            <a:ext cx="34747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00" b="1">
                <a:solidFill>
                  <a:srgbClr val="FFFFFF"/>
                </a:solidFill>
                <a:latin typeface="NanumGothic"/>
                <a:ea typeface="NanumGothic"/>
                <a:cs typeface="NanumGothic"/>
              </a:rPr>
              <a:t>5</a:t>
            </a:r>
            <a:endParaRPr sz="1000"/>
          </a:p>
        </p:txBody>
      </p:sp>
      <p:sp>
        <p:nvSpPr>
          <p:cNvPr id="43" name="Text 41">
            <a:extLst xmlns:a="http://schemas.openxmlformats.org/drawingml/2006/main">
              <a:ext uri="{FF2B5EF4-FFF2-40B4-BE49-F238E27FC236}">
                <a16:creationId xmlns:a16="http://schemas.microsoft.com/office/drawing/2014/main" id="{21C4A21B-D7BF-441E-8E3B-66FA62361FDA}"/>
              </a:ext>
            </a:extLst>
          </p:cNvPr>
          <p:cNvSpPr>
            <a:spLocks xmlns:a="http://schemas.openxmlformats.org/drawingml/2006/main" noGrp="1"/>
          </p:cNvSpPr>
          <p:nvPr/>
        </p:nvSpPr>
        <p:spPr>
          <a:xfrm xmlns:a="http://schemas.openxmlformats.org/drawingml/2006/main">
            <a:off x="5358384" y="4882896"/>
            <a:ext cx="130759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00" b="1">
                <a:solidFill>
                  <a:srgbClr val="0F5AC7"/>
                </a:solidFill>
                <a:latin typeface="NanumGothic"/>
                <a:ea typeface="NanumGothic"/>
                <a:cs typeface="NanumGothic"/>
              </a:rPr>
              <a:t>설명 UI·사람 승인</a:t>
            </a:r>
            <a:endParaRPr sz="1000"/>
          </a:p>
        </p:txBody>
      </p:sp>
      <p:sp>
        <p:nvSpPr>
          <p:cNvPr id="44" name="Text 42">
            <a:extLst xmlns:a="http://schemas.openxmlformats.org/drawingml/2006/main">
              <a:ext uri="{FF2B5EF4-FFF2-40B4-BE49-F238E27FC236}">
                <a16:creationId xmlns:a16="http://schemas.microsoft.com/office/drawing/2014/main" id="{A7F8FECB-AD2B-4C28-8091-2ADA6EC128A2}"/>
              </a:ext>
            </a:extLst>
          </p:cNvPr>
          <p:cNvSpPr>
            <a:spLocks xmlns:a="http://schemas.openxmlformats.org/drawingml/2006/main" noGrp="1"/>
          </p:cNvSpPr>
          <p:nvPr/>
        </p:nvSpPr>
        <p:spPr>
          <a:xfrm xmlns:a="http://schemas.openxmlformats.org/drawingml/2006/main">
            <a:off x="6629400" y="4882896"/>
            <a:ext cx="17830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825">
                <a:solidFill>
                  <a:srgbClr val="667085"/>
                </a:solidFill>
                <a:latin typeface="NanumGothic"/>
                <a:ea typeface="NanumGothic"/>
                <a:cs typeface="NanumGothic"/>
              </a:rPr>
              <a:t>근거·배지·최종 통제</a:t>
            </a:r>
            <a:endParaRPr sz="830"/>
          </a:p>
        </p:txBody>
      </p:sp>
      <p:sp>
        <p:nvSpPr>
          <p:cNvPr id="45" name="Text 43">
            <a:extLst xmlns:a="http://schemas.openxmlformats.org/drawingml/2006/main">
              <a:ext uri="{FF2B5EF4-FFF2-40B4-BE49-F238E27FC236}">
                <a16:creationId xmlns:a16="http://schemas.microsoft.com/office/drawing/2014/main" id="{92889C7E-7E96-4DD8-9993-E28F477A895D}"/>
              </a:ext>
            </a:extLst>
          </p:cNvPr>
          <p:cNvSpPr>
            <a:spLocks xmlns:a="http://schemas.openxmlformats.org/drawingml/2006/main" noGrp="1"/>
          </p:cNvSpPr>
          <p:nvPr/>
        </p:nvSpPr>
        <p:spPr>
          <a:xfrm xmlns:a="http://schemas.openxmlformats.org/drawingml/2006/main">
            <a:off x="502920" y="4535424"/>
            <a:ext cx="9144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100" b="1">
                <a:solidFill>
                  <a:srgbClr val="0B1F3A"/>
                </a:solidFill>
                <a:latin typeface="NanumGothic"/>
                <a:ea typeface="NanumGothic"/>
                <a:cs typeface="NanumGothic"/>
              </a:rPr>
              <a:t>가드레일</a:t>
            </a:r>
            <a:endParaRPr sz="1100"/>
          </a:p>
        </p:txBody>
      </p:sp>
      <p:sp>
        <p:nvSpPr>
          <p:cNvPr id="46" name="Shape 44">
            <a:extLst xmlns:a="http://schemas.openxmlformats.org/drawingml/2006/main">
              <a:ext uri="{FF2B5EF4-FFF2-40B4-BE49-F238E27FC236}">
                <a16:creationId xmlns:a16="http://schemas.microsoft.com/office/drawing/2014/main" id="{573DE31A-4F40-4106-9F31-9C0AFB7A7618}"/>
              </a:ext>
            </a:extLst>
          </p:cNvPr>
          <p:cNvSpPr>
            <a:spLocks xmlns:a="http://schemas.openxmlformats.org/drawingml/2006/main" noGrp="1"/>
          </p:cNvSpPr>
          <p:nvPr/>
        </p:nvSpPr>
        <p:spPr>
          <a:xfrm xmlns:a="http://schemas.openxmlformats.org/drawingml/2006/main">
            <a:off x="502920" y="4828032"/>
            <a:ext cx="1874520" cy="274320"/>
          </a:xfrm>
          <a:prstGeom xmlns:a="http://schemas.openxmlformats.org/drawingml/2006/main" prst="roundRect">
            <a:avLst>
              <a:gd name="adj" fmla="val 26667"/>
            </a:avLst>
          </a:prstGeom>
          <a:solidFill xmlns:a="http://schemas.openxmlformats.org/drawingml/2006/main">
            <a:srgbClr val="FDEBEC"/>
          </a:solidFill>
          <a:ln xmlns:a="http://schemas.openxmlformats.org/drawingml/2006/main" w="12700">
            <a:solidFill>
              <a:srgbClr val="FDEBEC"/>
            </a:solidFill>
            <a:prstDash val="solid"/>
          </a:ln>
        </p:spPr>
      </p:sp>
      <p:sp>
        <p:nvSpPr>
          <p:cNvPr id="47" name="Text 45">
            <a:extLst xmlns:a="http://schemas.openxmlformats.org/drawingml/2006/main">
              <a:ext uri="{FF2B5EF4-FFF2-40B4-BE49-F238E27FC236}">
                <a16:creationId xmlns:a16="http://schemas.microsoft.com/office/drawing/2014/main" id="{169996F6-0DE8-43B7-8114-233653E702AC}"/>
              </a:ext>
            </a:extLst>
          </p:cNvPr>
          <p:cNvSpPr>
            <a:spLocks xmlns:a="http://schemas.openxmlformats.org/drawingml/2006/main" noGrp="1"/>
          </p:cNvSpPr>
          <p:nvPr/>
        </p:nvSpPr>
        <p:spPr>
          <a:xfrm xmlns:a="http://schemas.openxmlformats.org/drawingml/2006/main">
            <a:off x="576072" y="4837176"/>
            <a:ext cx="17282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00" b="1">
                <a:solidFill>
                  <a:srgbClr val="E5484D"/>
                </a:solidFill>
                <a:latin typeface="NanumGothic"/>
                <a:ea typeface="NanumGothic"/>
                <a:cs typeface="NanumGothic"/>
              </a:rPr>
              <a:t>원문 밖 값 버림</a:t>
            </a:r>
            <a:endParaRPr sz="820"/>
          </a:p>
        </p:txBody>
      </p:sp>
      <p:sp>
        <p:nvSpPr>
          <p:cNvPr id="48" name="Shape 46">
            <a:extLst xmlns:a="http://schemas.openxmlformats.org/drawingml/2006/main">
              <a:ext uri="{FF2B5EF4-FFF2-40B4-BE49-F238E27FC236}">
                <a16:creationId xmlns:a16="http://schemas.microsoft.com/office/drawing/2014/main" id="{97E46CA9-2E24-4CED-8C8E-00BC0B7B7D6B}"/>
              </a:ext>
            </a:extLst>
          </p:cNvPr>
          <p:cNvSpPr>
            <a:spLocks xmlns:a="http://schemas.openxmlformats.org/drawingml/2006/main" noGrp="1"/>
          </p:cNvSpPr>
          <p:nvPr/>
        </p:nvSpPr>
        <p:spPr>
          <a:xfrm xmlns:a="http://schemas.openxmlformats.org/drawingml/2006/main">
            <a:off x="2542032" y="4828032"/>
            <a:ext cx="1874520" cy="274320"/>
          </a:xfrm>
          <a:prstGeom xmlns:a="http://schemas.openxmlformats.org/drawingml/2006/main" prst="roundRect">
            <a:avLst>
              <a:gd name="adj" fmla="val 26667"/>
            </a:avLst>
          </a:prstGeom>
          <a:solidFill xmlns:a="http://schemas.openxmlformats.org/drawingml/2006/main">
            <a:srgbClr val="FFF3DC"/>
          </a:solidFill>
          <a:ln xmlns:a="http://schemas.openxmlformats.org/drawingml/2006/main" w="12700">
            <a:solidFill>
              <a:srgbClr val="FFF3DC"/>
            </a:solidFill>
            <a:prstDash val="solid"/>
          </a:ln>
        </p:spPr>
      </p:sp>
      <p:sp>
        <p:nvSpPr>
          <p:cNvPr id="49" name="Text 47">
            <a:extLst xmlns:a="http://schemas.openxmlformats.org/drawingml/2006/main">
              <a:ext uri="{FF2B5EF4-FFF2-40B4-BE49-F238E27FC236}">
                <a16:creationId xmlns:a16="http://schemas.microsoft.com/office/drawing/2014/main" id="{FEF2BDBC-F37E-413D-8106-D275868A5FDE}"/>
              </a:ext>
            </a:extLst>
          </p:cNvPr>
          <p:cNvSpPr>
            <a:spLocks xmlns:a="http://schemas.openxmlformats.org/drawingml/2006/main" noGrp="1"/>
          </p:cNvSpPr>
          <p:nvPr/>
        </p:nvSpPr>
        <p:spPr>
          <a:xfrm xmlns:a="http://schemas.openxmlformats.org/drawingml/2006/main">
            <a:off x="2615184" y="4837176"/>
            <a:ext cx="17282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00" b="1">
                <a:solidFill>
                  <a:srgbClr val="9B6200"/>
                </a:solidFill>
                <a:latin typeface="NanumGothic"/>
                <a:ea typeface="NanumGothic"/>
                <a:cs typeface="NanumGothic"/>
              </a:rPr>
              <a:t>누락값 null 유지</a:t>
            </a:r>
            <a:endParaRPr sz="820"/>
          </a:p>
        </p:txBody>
      </p:sp>
      <p:sp>
        <p:nvSpPr>
          <p:cNvPr id="50" name="Shape 48">
            <a:extLst xmlns:a="http://schemas.openxmlformats.org/drawingml/2006/main">
              <a:ext uri="{FF2B5EF4-FFF2-40B4-BE49-F238E27FC236}">
                <a16:creationId xmlns:a16="http://schemas.microsoft.com/office/drawing/2014/main" id="{C0C8297C-BDDD-4585-99C4-2A581FE98382}"/>
              </a:ext>
            </a:extLst>
          </p:cNvPr>
          <p:cNvSpPr>
            <a:spLocks xmlns:a="http://schemas.openxmlformats.org/drawingml/2006/main" noGrp="1"/>
          </p:cNvSpPr>
          <p:nvPr/>
        </p:nvSpPr>
        <p:spPr>
          <a:xfrm xmlns:a="http://schemas.openxmlformats.org/drawingml/2006/main">
            <a:off x="502920" y="5111496"/>
            <a:ext cx="1874520" cy="274320"/>
          </a:xfrm>
          <a:prstGeom xmlns:a="http://schemas.openxmlformats.org/drawingml/2006/main" prst="roundRect">
            <a:avLst>
              <a:gd name="adj" fmla="val 26667"/>
            </a:avLst>
          </a:prstGeom>
          <a:solidFill xmlns:a="http://schemas.openxmlformats.org/drawingml/2006/main">
            <a:srgbClr val="EAF2FF"/>
          </a:solidFill>
          <a:ln xmlns:a="http://schemas.openxmlformats.org/drawingml/2006/main" w="12700">
            <a:solidFill>
              <a:srgbClr val="EAF2FF"/>
            </a:solidFill>
            <a:prstDash val="solid"/>
          </a:ln>
        </p:spPr>
      </p:sp>
      <p:sp>
        <p:nvSpPr>
          <p:cNvPr id="51" name="Text 49">
            <a:extLst xmlns:a="http://schemas.openxmlformats.org/drawingml/2006/main">
              <a:ext uri="{FF2B5EF4-FFF2-40B4-BE49-F238E27FC236}">
                <a16:creationId xmlns:a16="http://schemas.microsoft.com/office/drawing/2014/main" id="{4A7B2953-DE32-4B10-965B-BD2611928D37}"/>
              </a:ext>
            </a:extLst>
          </p:cNvPr>
          <p:cNvSpPr>
            <a:spLocks xmlns:a="http://schemas.openxmlformats.org/drawingml/2006/main" noGrp="1"/>
          </p:cNvSpPr>
          <p:nvPr/>
        </p:nvSpPr>
        <p:spPr>
          <a:xfrm xmlns:a="http://schemas.openxmlformats.org/drawingml/2006/main">
            <a:off x="576072" y="5120640"/>
            <a:ext cx="17282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00" b="1">
                <a:solidFill>
                  <a:srgbClr val="0F5AC7"/>
                </a:solidFill>
                <a:latin typeface="NanumGothic"/>
                <a:ea typeface="NanumGothic"/>
                <a:cs typeface="NanumGothic"/>
              </a:rPr>
              <a:t>허용 키 10개·범위 검증</a:t>
            </a:r>
            <a:endParaRPr sz="820"/>
          </a:p>
        </p:txBody>
      </p:sp>
      <p:sp>
        <p:nvSpPr>
          <p:cNvPr id="52" name="Shape 50">
            <a:extLst xmlns:a="http://schemas.openxmlformats.org/drawingml/2006/main">
              <a:ext uri="{FF2B5EF4-FFF2-40B4-BE49-F238E27FC236}">
                <a16:creationId xmlns:a16="http://schemas.microsoft.com/office/drawing/2014/main" id="{82AB2F51-D655-48E6-8841-F56B4742266C}"/>
              </a:ext>
            </a:extLst>
          </p:cNvPr>
          <p:cNvSpPr>
            <a:spLocks xmlns:a="http://schemas.openxmlformats.org/drawingml/2006/main" noGrp="1"/>
          </p:cNvSpPr>
          <p:nvPr/>
        </p:nvSpPr>
        <p:spPr>
          <a:xfrm xmlns:a="http://schemas.openxmlformats.org/drawingml/2006/main">
            <a:off x="2542032" y="5111496"/>
            <a:ext cx="1874520" cy="274320"/>
          </a:xfrm>
          <a:prstGeom xmlns:a="http://schemas.openxmlformats.org/drawingml/2006/main" prst="roundRect">
            <a:avLst>
              <a:gd name="adj" fmla="val 26667"/>
            </a:avLst>
          </a:prstGeom>
          <a:solidFill xmlns:a="http://schemas.openxmlformats.org/drawingml/2006/main">
            <a:srgbClr val="E8F8F1"/>
          </a:solidFill>
          <a:ln xmlns:a="http://schemas.openxmlformats.org/drawingml/2006/main" w="12700">
            <a:solidFill>
              <a:srgbClr val="E8F8F1"/>
            </a:solidFill>
            <a:prstDash val="solid"/>
          </a:ln>
        </p:spPr>
      </p:sp>
      <p:sp>
        <p:nvSpPr>
          <p:cNvPr id="53" name="Text 51">
            <a:extLst xmlns:a="http://schemas.openxmlformats.org/drawingml/2006/main">
              <a:ext uri="{FF2B5EF4-FFF2-40B4-BE49-F238E27FC236}">
                <a16:creationId xmlns:a16="http://schemas.microsoft.com/office/drawing/2014/main" id="{5FEB31AF-4D6D-4CD7-9F10-89B2ECCB9650}"/>
              </a:ext>
            </a:extLst>
          </p:cNvPr>
          <p:cNvSpPr>
            <a:spLocks xmlns:a="http://schemas.openxmlformats.org/drawingml/2006/main" noGrp="1"/>
          </p:cNvSpPr>
          <p:nvPr/>
        </p:nvSpPr>
        <p:spPr>
          <a:xfrm xmlns:a="http://schemas.openxmlformats.org/drawingml/2006/main">
            <a:off x="2615184" y="5120640"/>
            <a:ext cx="17282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00" b="1">
                <a:solidFill>
                  <a:srgbClr val="0A7C50"/>
                </a:solidFill>
                <a:latin typeface="NanumGothic"/>
                <a:ea typeface="NanumGothic"/>
                <a:cs typeface="NanumGothic"/>
              </a:rPr>
              <a:t>12초 실패 시 규칙 폴백</a:t>
            </a:r>
            <a:endParaRPr sz="820"/>
          </a:p>
        </p:txBody>
      </p:sp>
      <p:sp>
        <p:nvSpPr>
          <p:cNvPr id="54" name="Shape 52">
            <a:extLst xmlns:a="http://schemas.openxmlformats.org/drawingml/2006/main">
              <a:ext uri="{FF2B5EF4-FFF2-40B4-BE49-F238E27FC236}">
                <a16:creationId xmlns:a16="http://schemas.microsoft.com/office/drawing/2014/main" id="{37BB0D31-4E6B-47BB-949E-E0C28489D1AB}"/>
              </a:ext>
            </a:extLst>
          </p:cNvPr>
          <p:cNvSpPr>
            <a:spLocks xmlns:a="http://schemas.openxmlformats.org/drawingml/2006/main" noGrp="1"/>
          </p:cNvSpPr>
          <p:nvPr/>
        </p:nvSpPr>
        <p:spPr>
          <a:xfrm xmlns:a="http://schemas.openxmlformats.org/drawingml/2006/main">
            <a:off x="502920" y="5422392"/>
            <a:ext cx="8138160" cy="612648"/>
          </a:xfrm>
          <a:prstGeom xmlns:a="http://schemas.openxmlformats.org/drawingml/2006/main" prst="roundRect">
            <a:avLst>
              <a:gd name="adj" fmla="val 11940"/>
            </a:avLst>
          </a:prstGeom>
          <a:solidFill xmlns:a="http://schemas.openxmlformats.org/drawingml/2006/main">
            <a:srgbClr val="EEF2F8"/>
          </a:solidFill>
          <a:ln xmlns:a="http://schemas.openxmlformats.org/drawingml/2006/main" w="10160">
            <a:solidFill>
              <a:srgbClr val="EEF2F8"/>
            </a:solidFill>
            <a:prstDash val="solid"/>
          </a:ln>
        </p:spPr>
      </p:sp>
      <p:sp>
        <p:nvSpPr>
          <p:cNvPr id="55" name="Text 53">
            <a:extLst xmlns:a="http://schemas.openxmlformats.org/drawingml/2006/main">
              <a:ext uri="{FF2B5EF4-FFF2-40B4-BE49-F238E27FC236}">
                <a16:creationId xmlns:a16="http://schemas.microsoft.com/office/drawing/2014/main" id="{7E6CA437-4DC8-471A-AE31-168F936A6996}"/>
              </a:ext>
            </a:extLst>
          </p:cNvPr>
          <p:cNvSpPr>
            <a:spLocks xmlns:a="http://schemas.openxmlformats.org/drawingml/2006/main" noGrp="1"/>
          </p:cNvSpPr>
          <p:nvPr/>
        </p:nvSpPr>
        <p:spPr>
          <a:xfrm xmlns:a="http://schemas.openxmlformats.org/drawingml/2006/main">
            <a:off x="713232" y="5559552"/>
            <a:ext cx="116128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920" b="1">
                <a:solidFill>
                  <a:srgbClr val="E5484D"/>
                </a:solidFill>
                <a:latin typeface="NanumGothic"/>
                <a:ea typeface="NanumGothic"/>
                <a:cs typeface="NanumGothic"/>
              </a:rPr>
              <a:t>AI가 하지 않는 것</a:t>
            </a:r>
            <a:endParaRPr sz="920"/>
          </a:p>
        </p:txBody>
      </p:sp>
      <p:sp>
        <p:nvSpPr>
          <p:cNvPr id="56" name="Text 54">
            <a:extLst xmlns:a="http://schemas.openxmlformats.org/drawingml/2006/main">
              <a:ext uri="{FF2B5EF4-FFF2-40B4-BE49-F238E27FC236}">
                <a16:creationId xmlns:a16="http://schemas.microsoft.com/office/drawing/2014/main" id="{37625972-4E50-4C79-8D8A-EB2FD5714AEA}"/>
              </a:ext>
            </a:extLst>
          </p:cNvPr>
          <p:cNvSpPr>
            <a:spLocks xmlns:a="http://schemas.openxmlformats.org/drawingml/2006/main" noGrp="1"/>
          </p:cNvSpPr>
          <p:nvPr/>
        </p:nvSpPr>
        <p:spPr>
          <a:xfrm xmlns:a="http://schemas.openxmlformats.org/drawingml/2006/main">
            <a:off x="1956816" y="5532120"/>
            <a:ext cx="6419088" cy="2468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b="1">
                <a:solidFill>
                  <a:srgbClr val="0B1F3A"/>
                </a:solidFill>
                <a:latin typeface="NanumGothic"/>
                <a:ea typeface="NanumGothic"/>
                <a:cs typeface="NanumGothic"/>
              </a:rPr>
              <a:t>실제 운임·적재 가능 여부·위험물 취급·계약·배차·결제를 임의로 확정하지 않으며, 실패 시 규칙 추출로 계속 진행합니다.</a:t>
            </a:r>
            <a:endParaRPr sz="960"/>
          </a:p>
        </p:txBody>
      </p:sp>
      <p:sp>
        <p:nvSpPr>
          <p:cNvPr id="57" name="Shape 55">
            <a:extLst xmlns:a="http://schemas.openxmlformats.org/drawingml/2006/main">
              <a:ext uri="{FF2B5EF4-FFF2-40B4-BE49-F238E27FC236}">
                <a16:creationId xmlns:a16="http://schemas.microsoft.com/office/drawing/2014/main" id="{FB3274A2-3BD0-47DF-8958-B314FB0262E2}"/>
              </a:ext>
            </a:extLst>
          </p:cNvPr>
          <p:cNvSpPr>
            <a:spLocks xmlns:a="http://schemas.openxmlformats.org/drawingml/2006/main" noGrp="1"/>
          </p:cNvSpPr>
          <p:nvPr/>
        </p:nvSpPr>
        <p:spPr>
          <a:xfrm xmlns:a="http://schemas.openxmlformats.org/drawingml/2006/main">
            <a:off x="475488" y="6437376"/>
            <a:ext cx="8193024" cy="0"/>
          </a:xfrm>
          <a:prstGeom xmlns:a="http://schemas.openxmlformats.org/drawingml/2006/main" prst="line">
            <a:avLst/>
          </a:prstGeom>
          <a:noFill xmlns:a="http://schemas.openxmlformats.org/drawingml/2006/main"/>
          <a:ln xmlns:a="http://schemas.openxmlformats.org/drawingml/2006/main" w="8890">
            <a:solidFill>
              <a:srgbClr val="D7DFEA"/>
            </a:solidFill>
            <a:prstDash val="solid"/>
          </a:ln>
        </p:spPr>
      </p:sp>
      <p:sp>
        <p:nvSpPr>
          <p:cNvPr id="58" name="Text 56">
            <a:extLst xmlns:a="http://schemas.openxmlformats.org/drawingml/2006/main">
              <a:ext uri="{FF2B5EF4-FFF2-40B4-BE49-F238E27FC236}">
                <a16:creationId xmlns:a16="http://schemas.microsoft.com/office/drawing/2014/main" id="{547571C5-4709-4EB9-93FE-5584C2D8F71C}"/>
              </a:ext>
            </a:extLst>
          </p:cNvPr>
          <p:cNvSpPr>
            <a:spLocks xmlns:a="http://schemas.openxmlformats.org/drawingml/2006/main" noGrp="1"/>
          </p:cNvSpPr>
          <p:nvPr/>
        </p:nvSpPr>
        <p:spPr>
          <a:xfrm xmlns:a="http://schemas.openxmlformats.org/drawingml/2006/main">
            <a:off x="475488" y="6492240"/>
            <a:ext cx="388620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50">
                <a:solidFill>
                  <a:srgbClr val="667085"/>
                </a:solidFill>
                <a:latin typeface="NanumGothic"/>
                <a:ea typeface="NanumGothic"/>
                <a:cs typeface="NanumGothic"/>
              </a:rPr>
              <a:t>MOVE AI CHALLENGE 2026 · 레일물류 AI</a:t>
            </a:r>
            <a:endParaRPr sz="750"/>
          </a:p>
        </p:txBody>
      </p:sp>
      <p:sp>
        <p:nvSpPr>
          <p:cNvPr id="59" name="Text 57">
            <a:extLst xmlns:a="http://schemas.openxmlformats.org/drawingml/2006/main">
              <a:ext uri="{FF2B5EF4-FFF2-40B4-BE49-F238E27FC236}">
                <a16:creationId xmlns:a16="http://schemas.microsoft.com/office/drawing/2014/main" id="{C0A917A6-0C6E-479C-8083-685D06A8220D}"/>
              </a:ext>
            </a:extLst>
          </p:cNvPr>
          <p:cNvSpPr>
            <a:spLocks xmlns:a="http://schemas.openxmlformats.org/drawingml/2006/main" noGrp="1"/>
          </p:cNvSpPr>
          <p:nvPr/>
        </p:nvSpPr>
        <p:spPr>
          <a:xfrm xmlns:a="http://schemas.openxmlformats.org/drawingml/2006/main">
            <a:off x="8229600" y="6492240"/>
            <a:ext cx="4114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750" b="1">
                <a:solidFill>
                  <a:srgbClr val="667085"/>
                </a:solidFill>
                <a:latin typeface="NanumGothic"/>
                <a:ea typeface="NanumGothic"/>
                <a:cs typeface="NanumGothic"/>
              </a:rPr>
              <a:t>10</a:t>
            </a:r>
            <a:endParaRPr sz="750"/>
          </a:p>
        </p:txBody>
      </p:sp>
    </p:spTree>
    <p:extLst>
      <p:ext uri="{BB962C8B-B14F-4D97-AF65-F5344CB8AC3E}">
        <p14:creationId xmlns:p14="http://schemas.microsoft.com/office/powerpoint/2010/main" val="214142384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634F2E0-5E0A-4200-A718-40A7033383C8}"/>
              </a:ext>
            </a:extLst>
          </p:cNvPr>
          <p:cNvSpPr>
            <a:spLocks xmlns:a="http://schemas.openxmlformats.org/drawingml/2006/main" noGrp="1"/>
          </p:cNvSpPr>
          <p:nvPr/>
        </p:nvSpPr>
        <p:spPr>
          <a:xfrm xmlns:a="http://schemas.openxmlformats.org/drawingml/2006/main">
            <a:off x="475488" y="347472"/>
            <a:ext cx="502920" cy="274320"/>
          </a:xfrm>
          <a:prstGeom xmlns:a="http://schemas.openxmlformats.org/drawingml/2006/main" prst="roundRect">
            <a:avLst>
              <a:gd name="adj" fmla="val 26667"/>
            </a:avLst>
          </a:prstGeom>
          <a:solidFill xmlns:a="http://schemas.openxmlformats.org/drawingml/2006/main">
            <a:srgbClr val="0B1F3A"/>
          </a:solidFill>
          <a:ln xmlns:a="http://schemas.openxmlformats.org/drawingml/2006/main" w="12700">
            <a:solidFill>
              <a:srgbClr val="0B1F3A"/>
            </a:solidFill>
            <a:prstDash val="solid"/>
          </a:ln>
        </p:spPr>
      </p:sp>
      <p:sp>
        <p:nvSpPr>
          <p:cNvPr id="3" name="Text 1">
            <a:extLst xmlns:a="http://schemas.openxmlformats.org/drawingml/2006/main">
              <a:ext uri="{FF2B5EF4-FFF2-40B4-BE49-F238E27FC236}">
                <a16:creationId xmlns:a16="http://schemas.microsoft.com/office/drawing/2014/main" id="{2AE6CF6A-AC71-4BCB-A6D2-545090737727}"/>
              </a:ext>
            </a:extLst>
          </p:cNvPr>
          <p:cNvSpPr>
            <a:spLocks xmlns:a="http://schemas.openxmlformats.org/drawingml/2006/main" noGrp="1"/>
          </p:cNvSpPr>
          <p:nvPr/>
        </p:nvSpPr>
        <p:spPr>
          <a:xfrm xmlns:a="http://schemas.openxmlformats.org/drawingml/2006/main">
            <a:off x="548640" y="356616"/>
            <a:ext cx="3566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750" b="1">
                <a:solidFill>
                  <a:srgbClr val="FFFFFF"/>
                </a:solidFill>
                <a:latin typeface="NanumGothic"/>
                <a:ea typeface="NanumGothic"/>
                <a:cs typeface="NanumGothic"/>
              </a:rPr>
              <a:t>09</a:t>
            </a:r>
            <a:endParaRPr sz="1000"/>
          </a:p>
        </p:txBody>
      </p:sp>
      <p:sp>
        <p:nvSpPr>
          <p:cNvPr id="4" name="Text 2">
            <a:extLst xmlns:a="http://schemas.openxmlformats.org/drawingml/2006/main">
              <a:ext uri="{FF2B5EF4-FFF2-40B4-BE49-F238E27FC236}">
                <a16:creationId xmlns:a16="http://schemas.microsoft.com/office/drawing/2014/main" id="{C879DEA7-8AA2-45FB-A263-8F432FC048CF}"/>
              </a:ext>
            </a:extLst>
          </p:cNvPr>
          <p:cNvSpPr>
            <a:spLocks xmlns:a="http://schemas.openxmlformats.org/drawingml/2006/main" noGrp="1"/>
          </p:cNvSpPr>
          <p:nvPr/>
        </p:nvSpPr>
        <p:spPr>
          <a:xfrm xmlns:a="http://schemas.openxmlformats.org/drawingml/2006/main">
            <a:off x="1133856" y="274320"/>
            <a:ext cx="71780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2400" b="1">
                <a:solidFill>
                  <a:srgbClr val="0B1F3A"/>
                </a:solidFill>
                <a:latin typeface="NanumGothic"/>
                <a:ea typeface="NanumGothic"/>
                <a:cs typeface="NanumGothic"/>
              </a:rPr>
              <a:t>구현 결과·검증 증거</a:t>
            </a:r>
            <a:endParaRPr sz="2400"/>
          </a:p>
        </p:txBody>
      </p:sp>
      <p:sp>
        <p:nvSpPr>
          <p:cNvPr id="5" name="Text 3">
            <a:extLst xmlns:a="http://schemas.openxmlformats.org/drawingml/2006/main">
              <a:ext uri="{FF2B5EF4-FFF2-40B4-BE49-F238E27FC236}">
                <a16:creationId xmlns:a16="http://schemas.microsoft.com/office/drawing/2014/main" id="{0A98BB85-C415-4EE1-B907-49F8B6E7FD9E}"/>
              </a:ext>
            </a:extLst>
          </p:cNvPr>
          <p:cNvSpPr>
            <a:spLocks xmlns:a="http://schemas.openxmlformats.org/drawingml/2006/main" noGrp="1"/>
          </p:cNvSpPr>
          <p:nvPr/>
        </p:nvSpPr>
        <p:spPr>
          <a:xfrm xmlns:a="http://schemas.openxmlformats.org/drawingml/2006/main">
            <a:off x="1143000" y="740664"/>
            <a:ext cx="7360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25">
                <a:solidFill>
                  <a:srgbClr val="667085"/>
                </a:solidFill>
                <a:latin typeface="NanumGothic"/>
                <a:ea typeface="NanumGothic"/>
                <a:cs typeface="NanumGothic"/>
              </a:rPr>
              <a:t>최신 제품 UI 80e099d와 공개 영상 9e8ce48 기준으로 빌드·테스트·Docker·390/320px 화면·공개 재생을 확인했습니다.</a:t>
            </a:r>
            <a:endParaRPr sz="950"/>
          </a:p>
        </p:txBody>
      </p:sp>
      <p:sp>
        <p:nvSpPr>
          <p:cNvPr id="6" name="Shape 4">
            <a:extLst xmlns:a="http://schemas.openxmlformats.org/drawingml/2006/main">
              <a:ext uri="{FF2B5EF4-FFF2-40B4-BE49-F238E27FC236}">
                <a16:creationId xmlns:a16="http://schemas.microsoft.com/office/drawing/2014/main" id="{09880F06-D440-45B6-B14A-393E0672D798}"/>
              </a:ext>
            </a:extLst>
          </p:cNvPr>
          <p:cNvSpPr>
            <a:spLocks xmlns:a="http://schemas.openxmlformats.org/drawingml/2006/main" noGrp="1"/>
          </p:cNvSpPr>
          <p:nvPr/>
        </p:nvSpPr>
        <p:spPr>
          <a:xfrm xmlns:a="http://schemas.openxmlformats.org/drawingml/2006/main">
            <a:off x="475488" y="1078992"/>
            <a:ext cx="8193024" cy="0"/>
          </a:xfrm>
          <a:prstGeom xmlns:a="http://schemas.openxmlformats.org/drawingml/2006/main" prst="line">
            <a:avLst/>
          </a:prstGeom>
          <a:noFill xmlns:a="http://schemas.openxmlformats.org/drawingml/2006/main"/>
          <a:ln xmlns:a="http://schemas.openxmlformats.org/drawingml/2006/main" w="13970">
            <a:solidFill>
              <a:srgbClr val="D7DFEA"/>
            </a:solidFill>
            <a:prstDash val="solid"/>
          </a:ln>
        </p:spPr>
      </p:sp>
      <p:sp>
        <p:nvSpPr>
          <p:cNvPr id="7" name="Shape 5">
            <a:extLst xmlns:a="http://schemas.openxmlformats.org/drawingml/2006/main">
              <a:ext uri="{FF2B5EF4-FFF2-40B4-BE49-F238E27FC236}">
                <a16:creationId xmlns:a16="http://schemas.microsoft.com/office/drawing/2014/main" id="{228869DE-3D5B-4E87-AC79-F278A5D95F1E}"/>
              </a:ext>
            </a:extLst>
          </p:cNvPr>
          <p:cNvSpPr>
            <a:spLocks xmlns:a="http://schemas.openxmlformats.org/drawingml/2006/main" noGrp="1"/>
          </p:cNvSpPr>
          <p:nvPr/>
        </p:nvSpPr>
        <p:spPr>
          <a:xfrm xmlns:a="http://schemas.openxmlformats.org/drawingml/2006/main">
            <a:off x="502920" y="1307592"/>
            <a:ext cx="1325880" cy="804672"/>
          </a:xfrm>
          <a:prstGeom xmlns:a="http://schemas.openxmlformats.org/drawingml/2006/main" prst="roundRect">
            <a:avLst>
              <a:gd name="adj" fmla="val 9091"/>
            </a:avLst>
          </a:prstGeom>
          <a:solidFill xmlns:a="http://schemas.openxmlformats.org/drawingml/2006/main">
            <a:srgbClr val="E8F8F1"/>
          </a:solidFill>
          <a:ln xmlns:a="http://schemas.openxmlformats.org/drawingml/2006/main" w="10160">
            <a:solidFill>
              <a:srgbClr val="E8F8F1"/>
            </a:solidFill>
            <a:prstDash val="solid"/>
          </a:ln>
        </p:spPr>
      </p:sp>
      <p:sp>
        <p:nvSpPr>
          <p:cNvPr id="8" name="Text 6">
            <a:extLst xmlns:a="http://schemas.openxmlformats.org/drawingml/2006/main">
              <a:ext uri="{FF2B5EF4-FFF2-40B4-BE49-F238E27FC236}">
                <a16:creationId xmlns:a16="http://schemas.microsoft.com/office/drawing/2014/main" id="{A1305D69-DD3F-4921-B803-E6860C7FB3B0}"/>
              </a:ext>
            </a:extLst>
          </p:cNvPr>
          <p:cNvSpPr>
            <a:spLocks xmlns:a="http://schemas.openxmlformats.org/drawingml/2006/main" noGrp="1"/>
          </p:cNvSpPr>
          <p:nvPr/>
        </p:nvSpPr>
        <p:spPr>
          <a:xfrm xmlns:a="http://schemas.openxmlformats.org/drawingml/2006/main">
            <a:off x="649224" y="1399032"/>
            <a:ext cx="103327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900" b="1">
                <a:solidFill>
                  <a:srgbClr val="0A7C50"/>
                </a:solidFill>
                <a:latin typeface="NanumGothic"/>
                <a:ea typeface="NanumGothic"/>
                <a:cs typeface="NanumGothic"/>
              </a:rPr>
              <a:t>PASS</a:t>
            </a:r>
            <a:endParaRPr sz="1900"/>
          </a:p>
        </p:txBody>
      </p:sp>
      <p:sp>
        <p:nvSpPr>
          <p:cNvPr id="9" name="Text 7">
            <a:extLst xmlns:a="http://schemas.openxmlformats.org/drawingml/2006/main">
              <a:ext uri="{FF2B5EF4-FFF2-40B4-BE49-F238E27FC236}">
                <a16:creationId xmlns:a16="http://schemas.microsoft.com/office/drawing/2014/main" id="{F701782F-5623-44EA-B5FD-7EA3B456D85F}"/>
              </a:ext>
            </a:extLst>
          </p:cNvPr>
          <p:cNvSpPr>
            <a:spLocks xmlns:a="http://schemas.openxmlformats.org/drawingml/2006/main" noGrp="1"/>
          </p:cNvSpPr>
          <p:nvPr/>
        </p:nvSpPr>
        <p:spPr>
          <a:xfrm xmlns:a="http://schemas.openxmlformats.org/drawingml/2006/main">
            <a:off x="649224" y="1755648"/>
            <a:ext cx="103327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70">
                <a:solidFill>
                  <a:srgbClr val="667085"/>
                </a:solidFill>
                <a:latin typeface="NanumGothic"/>
                <a:ea typeface="NanumGothic"/>
                <a:cs typeface="NanumGothic"/>
              </a:rPr>
              <a:t>프로덕션 빌드</a:t>
            </a:r>
            <a:endParaRPr sz="870"/>
          </a:p>
        </p:txBody>
      </p:sp>
      <p:sp>
        <p:nvSpPr>
          <p:cNvPr id="10" name="Shape 8">
            <a:extLst xmlns:a="http://schemas.openxmlformats.org/drawingml/2006/main">
              <a:ext uri="{FF2B5EF4-FFF2-40B4-BE49-F238E27FC236}">
                <a16:creationId xmlns:a16="http://schemas.microsoft.com/office/drawing/2014/main" id="{64C94514-799B-4B47-BFE2-A83170C0E2B6}"/>
              </a:ext>
            </a:extLst>
          </p:cNvPr>
          <p:cNvSpPr>
            <a:spLocks xmlns:a="http://schemas.openxmlformats.org/drawingml/2006/main" noGrp="1"/>
          </p:cNvSpPr>
          <p:nvPr/>
        </p:nvSpPr>
        <p:spPr>
          <a:xfrm xmlns:a="http://schemas.openxmlformats.org/drawingml/2006/main">
            <a:off x="1956816" y="1307592"/>
            <a:ext cx="1325880" cy="804672"/>
          </a:xfrm>
          <a:prstGeom xmlns:a="http://schemas.openxmlformats.org/drawingml/2006/main" prst="roundRect">
            <a:avLst>
              <a:gd name="adj" fmla="val 9091"/>
            </a:avLst>
          </a:prstGeom>
          <a:solidFill xmlns:a="http://schemas.openxmlformats.org/drawingml/2006/main">
            <a:srgbClr val="E8F8F1"/>
          </a:solidFill>
          <a:ln xmlns:a="http://schemas.openxmlformats.org/drawingml/2006/main" w="10160">
            <a:solidFill>
              <a:srgbClr val="E8F8F1"/>
            </a:solidFill>
            <a:prstDash val="solid"/>
          </a:ln>
        </p:spPr>
      </p:sp>
      <p:sp>
        <p:nvSpPr>
          <p:cNvPr id="11" name="Text 9">
            <a:extLst xmlns:a="http://schemas.openxmlformats.org/drawingml/2006/main">
              <a:ext uri="{FF2B5EF4-FFF2-40B4-BE49-F238E27FC236}">
                <a16:creationId xmlns:a16="http://schemas.microsoft.com/office/drawing/2014/main" id="{1A756574-E45C-467D-9D5F-8D0B95F754D2}"/>
              </a:ext>
            </a:extLst>
          </p:cNvPr>
          <p:cNvSpPr>
            <a:spLocks xmlns:a="http://schemas.openxmlformats.org/drawingml/2006/main" noGrp="1"/>
          </p:cNvSpPr>
          <p:nvPr/>
        </p:nvSpPr>
        <p:spPr>
          <a:xfrm xmlns:a="http://schemas.openxmlformats.org/drawingml/2006/main">
            <a:off x="2103120" y="1399032"/>
            <a:ext cx="103327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900" b="1">
                <a:solidFill>
                  <a:srgbClr val="0A7C50"/>
                </a:solidFill>
                <a:latin typeface="NanumGothic"/>
                <a:ea typeface="NanumGothic"/>
                <a:cs typeface="NanumGothic"/>
              </a:rPr>
              <a:t>10 / 10</a:t>
            </a:r>
            <a:endParaRPr sz="1900"/>
          </a:p>
        </p:txBody>
      </p:sp>
      <p:sp>
        <p:nvSpPr>
          <p:cNvPr id="12" name="Text 10">
            <a:extLst xmlns:a="http://schemas.openxmlformats.org/drawingml/2006/main">
              <a:ext uri="{FF2B5EF4-FFF2-40B4-BE49-F238E27FC236}">
                <a16:creationId xmlns:a16="http://schemas.microsoft.com/office/drawing/2014/main" id="{6A47FDE7-A4BF-4409-B93A-0BD8E94191AE}"/>
              </a:ext>
            </a:extLst>
          </p:cNvPr>
          <p:cNvSpPr>
            <a:spLocks xmlns:a="http://schemas.openxmlformats.org/drawingml/2006/main" noGrp="1"/>
          </p:cNvSpPr>
          <p:nvPr/>
        </p:nvSpPr>
        <p:spPr>
          <a:xfrm xmlns:a="http://schemas.openxmlformats.org/drawingml/2006/main">
            <a:off x="2103120" y="1755648"/>
            <a:ext cx="103327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870">
                <a:solidFill>
                  <a:srgbClr val="667085"/>
                </a:solidFill>
                <a:latin typeface="NanumGothic"/>
                <a:ea typeface="NanumGothic"/>
                <a:cs typeface="NanumGothic"/>
              </a:rPr>
              <a:t>단위 테스트</a:t>
            </a:r>
            <a:endParaRPr sz="870"/>
          </a:p>
        </p:txBody>
      </p:sp>
      <p:sp>
        <p:nvSpPr>
          <p:cNvPr id="13" name="Shape 11">
            <a:extLst xmlns:a="http://schemas.openxmlformats.org/drawingml/2006/main">
              <a:ext uri="{FF2B5EF4-FFF2-40B4-BE49-F238E27FC236}">
                <a16:creationId xmlns:a16="http://schemas.microsoft.com/office/drawing/2014/main" id="{21A829C9-56C3-438E-B6A8-441332135A1A}"/>
              </a:ext>
            </a:extLst>
          </p:cNvPr>
          <p:cNvSpPr>
            <a:spLocks xmlns:a="http://schemas.openxmlformats.org/drawingml/2006/main" noGrp="1"/>
          </p:cNvSpPr>
          <p:nvPr/>
        </p:nvSpPr>
        <p:spPr>
          <a:xfrm xmlns:a="http://schemas.openxmlformats.org/drawingml/2006/main">
            <a:off x="3410712" y="1307592"/>
            <a:ext cx="1325880" cy="804672"/>
          </a:xfrm>
          <a:prstGeom xmlns:a="http://schemas.openxmlformats.org/drawingml/2006/main" prst="roundRect">
            <a:avLst>
              <a:gd name="adj" fmla="val 9091"/>
            </a:avLst>
          </a:prstGeom>
          <a:solidFill xmlns:a="http://schemas.openxmlformats.org/drawingml/2006/main">
            <a:srgbClr val="E8F8F1"/>
          </a:solidFill>
          <a:ln xmlns:a="http://schemas.openxmlformats.org/drawingml/2006/main" w="10160">
            <a:solidFill>
              <a:srgbClr val="E8F8F1"/>
            </a:solidFill>
            <a:prstDash val="solid"/>
          </a:ln>
        </p:spPr>
      </p:sp>
      <p:sp>
        <p:nvSpPr>
          <p:cNvPr id="14" name="Text 12">
            <a:extLst xmlns:a="http://schemas.openxmlformats.org/drawingml/2006/main">
              <a:ext uri="{FF2B5EF4-FFF2-40B4-BE49-F238E27FC236}">
                <a16:creationId xmlns:a16="http://schemas.microsoft.com/office/drawing/2014/main" id="{E1A73FDF-29FE-4A77-A4C4-049030A4A7E5}"/>
              </a:ext>
            </a:extLst>
          </p:cNvPr>
          <p:cNvSpPr>
            <a:spLocks xmlns:a="http://schemas.openxmlformats.org/drawingml/2006/main" noGrp="1"/>
          </p:cNvSpPr>
          <p:nvPr/>
        </p:nvSpPr>
        <p:spPr>
          <a:xfrm xmlns:a="http://schemas.openxmlformats.org/drawingml/2006/main">
            <a:off x="3557016" y="1399032"/>
            <a:ext cx="103327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900" b="1">
                <a:solidFill>
                  <a:srgbClr val="0A7C50"/>
                </a:solidFill>
                <a:latin typeface="NanumGothic"/>
                <a:ea typeface="NanumGothic"/>
                <a:cs typeface="NanumGothic"/>
              </a:rPr>
              <a:t>3 / 3</a:t>
            </a:r>
            <a:endParaRPr sz="1900"/>
          </a:p>
        </p:txBody>
      </p:sp>
      <p:sp>
        <p:nvSpPr>
          <p:cNvPr id="15" name="Text 13">
            <a:extLst xmlns:a="http://schemas.openxmlformats.org/drawingml/2006/main">
              <a:ext uri="{FF2B5EF4-FFF2-40B4-BE49-F238E27FC236}">
                <a16:creationId xmlns:a16="http://schemas.microsoft.com/office/drawing/2014/main" id="{1ADB7452-F1FA-47E7-8DE1-74573C8FA8C6}"/>
              </a:ext>
            </a:extLst>
          </p:cNvPr>
          <p:cNvSpPr>
            <a:spLocks xmlns:a="http://schemas.openxmlformats.org/drawingml/2006/main" noGrp="1"/>
          </p:cNvSpPr>
          <p:nvPr/>
        </p:nvSpPr>
        <p:spPr>
          <a:xfrm xmlns:a="http://schemas.openxmlformats.org/drawingml/2006/main">
            <a:off x="3557016" y="1755648"/>
            <a:ext cx="103327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825">
                <a:solidFill>
                  <a:srgbClr val="667085"/>
                </a:solidFill>
                <a:latin typeface="NanumGothic"/>
                <a:ea typeface="NanumGothic"/>
                <a:cs typeface="NanumGothic"/>
              </a:rPr>
              <a:t>공개 Demo E2E</a:t>
            </a:r>
            <a:endParaRPr sz="870"/>
          </a:p>
        </p:txBody>
      </p:sp>
      <p:sp>
        <p:nvSpPr>
          <p:cNvPr id="16" name="Shape 14">
            <a:extLst xmlns:a="http://schemas.openxmlformats.org/drawingml/2006/main">
              <a:ext uri="{FF2B5EF4-FFF2-40B4-BE49-F238E27FC236}">
                <a16:creationId xmlns:a16="http://schemas.microsoft.com/office/drawing/2014/main" id="{88927749-CFD7-4772-8DFC-EE49E759B76D}"/>
              </a:ext>
            </a:extLst>
          </p:cNvPr>
          <p:cNvSpPr>
            <a:spLocks xmlns:a="http://schemas.openxmlformats.org/drawingml/2006/main" noGrp="1"/>
          </p:cNvSpPr>
          <p:nvPr/>
        </p:nvSpPr>
        <p:spPr>
          <a:xfrm xmlns:a="http://schemas.openxmlformats.org/drawingml/2006/main">
            <a:off x="4864608" y="1307592"/>
            <a:ext cx="1325880" cy="804672"/>
          </a:xfrm>
          <a:prstGeom xmlns:a="http://schemas.openxmlformats.org/drawingml/2006/main" prst="roundRect">
            <a:avLst>
              <a:gd name="adj" fmla="val 9091"/>
            </a:avLst>
          </a:prstGeom>
          <a:solidFill xmlns:a="http://schemas.openxmlformats.org/drawingml/2006/main">
            <a:srgbClr val="E8F8F1"/>
          </a:solidFill>
          <a:ln xmlns:a="http://schemas.openxmlformats.org/drawingml/2006/main" w="10160">
            <a:solidFill>
              <a:srgbClr val="E8F8F1"/>
            </a:solidFill>
            <a:prstDash val="solid"/>
          </a:ln>
        </p:spPr>
      </p:sp>
      <p:sp>
        <p:nvSpPr>
          <p:cNvPr id="17" name="Text 15">
            <a:extLst xmlns:a="http://schemas.openxmlformats.org/drawingml/2006/main">
              <a:ext uri="{FF2B5EF4-FFF2-40B4-BE49-F238E27FC236}">
                <a16:creationId xmlns:a16="http://schemas.microsoft.com/office/drawing/2014/main" id="{D669162D-5FE3-41CF-917F-4829AA4FEF20}"/>
              </a:ext>
            </a:extLst>
          </p:cNvPr>
          <p:cNvSpPr>
            <a:spLocks xmlns:a="http://schemas.openxmlformats.org/drawingml/2006/main" noGrp="1"/>
          </p:cNvSpPr>
          <p:nvPr/>
        </p:nvSpPr>
        <p:spPr>
          <a:xfrm xmlns:a="http://schemas.openxmlformats.org/drawingml/2006/main">
            <a:off x="5010912" y="1399032"/>
            <a:ext cx="103327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900" b="1">
                <a:solidFill>
                  <a:srgbClr val="0A7C50"/>
                </a:solidFill>
                <a:latin typeface="NanumGothic"/>
                <a:ea typeface="NanumGothic"/>
                <a:cs typeface="NanumGothic"/>
              </a:rPr>
              <a:t>10 / 10</a:t>
            </a:r>
            <a:endParaRPr sz="1900"/>
          </a:p>
        </p:txBody>
      </p:sp>
      <p:sp>
        <p:nvSpPr>
          <p:cNvPr id="18" name="Text 16">
            <a:extLst xmlns:a="http://schemas.openxmlformats.org/drawingml/2006/main">
              <a:ext uri="{FF2B5EF4-FFF2-40B4-BE49-F238E27FC236}">
                <a16:creationId xmlns:a16="http://schemas.microsoft.com/office/drawing/2014/main" id="{8349E9DA-334D-4450-92F3-A4FF3AD73A53}"/>
              </a:ext>
            </a:extLst>
          </p:cNvPr>
          <p:cNvSpPr>
            <a:spLocks xmlns:a="http://schemas.openxmlformats.org/drawingml/2006/main" noGrp="1"/>
          </p:cNvSpPr>
          <p:nvPr/>
        </p:nvSpPr>
        <p:spPr>
          <a:xfrm xmlns:a="http://schemas.openxmlformats.org/drawingml/2006/main">
            <a:off x="5010912" y="1755648"/>
            <a:ext cx="103327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70">
                <a:solidFill>
                  <a:srgbClr val="667085"/>
                </a:solidFill>
                <a:latin typeface="NanumGothic"/>
                <a:ea typeface="NanumGothic"/>
                <a:cs typeface="NanumGothic"/>
              </a:rPr>
              <a:t>에이전트 온라인</a:t>
            </a:r>
            <a:endParaRPr sz="870"/>
          </a:p>
        </p:txBody>
      </p:sp>
      <p:sp>
        <p:nvSpPr>
          <p:cNvPr id="19" name="Shape 17">
            <a:extLst xmlns:a="http://schemas.openxmlformats.org/drawingml/2006/main">
              <a:ext uri="{FF2B5EF4-FFF2-40B4-BE49-F238E27FC236}">
                <a16:creationId xmlns:a16="http://schemas.microsoft.com/office/drawing/2014/main" id="{C23DBE3F-A4BE-4588-A1C7-56978D8729C9}"/>
              </a:ext>
            </a:extLst>
          </p:cNvPr>
          <p:cNvSpPr>
            <a:spLocks xmlns:a="http://schemas.openxmlformats.org/drawingml/2006/main" noGrp="1"/>
          </p:cNvSpPr>
          <p:nvPr/>
        </p:nvSpPr>
        <p:spPr>
          <a:xfrm xmlns:a="http://schemas.openxmlformats.org/drawingml/2006/main">
            <a:off x="502920" y="2331720"/>
            <a:ext cx="5687568" cy="3529584"/>
          </a:xfrm>
          <a:prstGeom xmlns:a="http://schemas.openxmlformats.org/drawingml/2006/main" prst="roundRect">
            <a:avLst>
              <a:gd name="adj" fmla="val 2073"/>
            </a:avLst>
          </a:prstGeom>
          <a:solidFill xmlns:a="http://schemas.openxmlformats.org/drawingml/2006/main">
            <a:srgbClr val="FFFFFF"/>
          </a:solidFill>
          <a:ln xmlns:a="http://schemas.openxmlformats.org/drawingml/2006/main" w="10160">
            <a:solidFill>
              <a:srgbClr val="D7DFEA"/>
            </a:solidFill>
            <a:prstDash val="solid"/>
          </a:ln>
        </p:spPr>
      </p:sp>
      <p:sp>
        <p:nvSpPr>
          <p:cNvPr id="20" name="Text 18">
            <a:extLst xmlns:a="http://schemas.openxmlformats.org/drawingml/2006/main">
              <a:ext uri="{FF2B5EF4-FFF2-40B4-BE49-F238E27FC236}">
                <a16:creationId xmlns:a16="http://schemas.microsoft.com/office/drawing/2014/main" id="{E1FA0B4B-4338-40D9-BCD2-04EEF590B887}"/>
              </a:ext>
            </a:extLst>
          </p:cNvPr>
          <p:cNvSpPr>
            <a:spLocks xmlns:a="http://schemas.openxmlformats.org/drawingml/2006/main" noGrp="1"/>
          </p:cNvSpPr>
          <p:nvPr/>
        </p:nvSpPr>
        <p:spPr>
          <a:xfrm xmlns:a="http://schemas.openxmlformats.org/drawingml/2006/main">
            <a:off x="713232" y="2514600"/>
            <a:ext cx="129844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930" b="1">
                <a:solidFill>
                  <a:srgbClr val="667085"/>
                </a:solidFill>
                <a:latin typeface="NanumGothic"/>
                <a:ea typeface="NanumGothic"/>
                <a:cs typeface="NanumGothic"/>
              </a:rPr>
              <a:t>검증 항목</a:t>
            </a:r>
            <a:endParaRPr sz="930"/>
          </a:p>
        </p:txBody>
      </p:sp>
      <p:sp>
        <p:nvSpPr>
          <p:cNvPr id="21" name="Text 19">
            <a:extLst xmlns:a="http://schemas.openxmlformats.org/drawingml/2006/main">
              <a:ext uri="{FF2B5EF4-FFF2-40B4-BE49-F238E27FC236}">
                <a16:creationId xmlns:a16="http://schemas.microsoft.com/office/drawing/2014/main" id="{13E863BF-DAD8-41BD-96A3-39CD8A697507}"/>
              </a:ext>
            </a:extLst>
          </p:cNvPr>
          <p:cNvSpPr>
            <a:spLocks xmlns:a="http://schemas.openxmlformats.org/drawingml/2006/main" noGrp="1"/>
          </p:cNvSpPr>
          <p:nvPr/>
        </p:nvSpPr>
        <p:spPr>
          <a:xfrm xmlns:a="http://schemas.openxmlformats.org/drawingml/2006/main">
            <a:off x="2221992" y="2514600"/>
            <a:ext cx="2926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930" b="1">
                <a:solidFill>
                  <a:srgbClr val="667085"/>
                </a:solidFill>
                <a:latin typeface="NanumGothic"/>
                <a:ea typeface="NanumGothic"/>
                <a:cs typeface="NanumGothic"/>
              </a:rPr>
              <a:t>확인 결과</a:t>
            </a:r>
            <a:endParaRPr sz="930"/>
          </a:p>
        </p:txBody>
      </p:sp>
      <p:sp>
        <p:nvSpPr>
          <p:cNvPr id="22" name="Text 20">
            <a:extLst xmlns:a="http://schemas.openxmlformats.org/drawingml/2006/main">
              <a:ext uri="{FF2B5EF4-FFF2-40B4-BE49-F238E27FC236}">
                <a16:creationId xmlns:a16="http://schemas.microsoft.com/office/drawing/2014/main" id="{32833F35-D1EE-4190-8DE4-028D97D6D3C9}"/>
              </a:ext>
            </a:extLst>
          </p:cNvPr>
          <p:cNvSpPr>
            <a:spLocks xmlns:a="http://schemas.openxmlformats.org/drawingml/2006/main" noGrp="1"/>
          </p:cNvSpPr>
          <p:nvPr/>
        </p:nvSpPr>
        <p:spPr>
          <a:xfrm xmlns:a="http://schemas.openxmlformats.org/drawingml/2006/main">
            <a:off x="5376672" y="2514600"/>
            <a:ext cx="56692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930" b="1">
                <a:solidFill>
                  <a:srgbClr val="667085"/>
                </a:solidFill>
                <a:latin typeface="NanumGothic"/>
                <a:ea typeface="NanumGothic"/>
                <a:cs typeface="NanumGothic"/>
              </a:rPr>
              <a:t>상태</a:t>
            </a:r>
            <a:endParaRPr sz="930"/>
          </a:p>
        </p:txBody>
      </p:sp>
      <p:sp>
        <p:nvSpPr>
          <p:cNvPr id="23" name="Shape 21">
            <a:extLst xmlns:a="http://schemas.openxmlformats.org/drawingml/2006/main">
              <a:ext uri="{FF2B5EF4-FFF2-40B4-BE49-F238E27FC236}">
                <a16:creationId xmlns:a16="http://schemas.microsoft.com/office/drawing/2014/main" id="{FCC5E6AF-40AD-40A0-B48A-B6B126805E89}"/>
              </a:ext>
            </a:extLst>
          </p:cNvPr>
          <p:cNvSpPr>
            <a:spLocks xmlns:a="http://schemas.openxmlformats.org/drawingml/2006/main" noGrp="1"/>
          </p:cNvSpPr>
          <p:nvPr/>
        </p:nvSpPr>
        <p:spPr>
          <a:xfrm xmlns:a="http://schemas.openxmlformats.org/drawingml/2006/main">
            <a:off x="713232" y="2816352"/>
            <a:ext cx="5230368" cy="0"/>
          </a:xfrm>
          <a:prstGeom xmlns:a="http://schemas.openxmlformats.org/drawingml/2006/main" prst="line">
            <a:avLst/>
          </a:prstGeom>
          <a:noFill xmlns:a="http://schemas.openxmlformats.org/drawingml/2006/main"/>
          <a:ln xmlns:a="http://schemas.openxmlformats.org/drawingml/2006/main" w="10160">
            <a:solidFill>
              <a:srgbClr val="D7DFEA"/>
            </a:solidFill>
            <a:prstDash val="solid"/>
          </a:ln>
        </p:spPr>
      </p:sp>
      <p:sp>
        <p:nvSpPr>
          <p:cNvPr id="24" name="Text 22">
            <a:extLst xmlns:a="http://schemas.openxmlformats.org/drawingml/2006/main">
              <a:ext uri="{FF2B5EF4-FFF2-40B4-BE49-F238E27FC236}">
                <a16:creationId xmlns:a16="http://schemas.microsoft.com/office/drawing/2014/main" id="{14D5BE4B-49C6-4BD4-89AF-499F2A2730BA}"/>
              </a:ext>
            </a:extLst>
          </p:cNvPr>
          <p:cNvSpPr>
            <a:spLocks xmlns:a="http://schemas.openxmlformats.org/drawingml/2006/main" noGrp="1"/>
          </p:cNvSpPr>
          <p:nvPr/>
        </p:nvSpPr>
        <p:spPr>
          <a:xfrm xmlns:a="http://schemas.openxmlformats.org/drawingml/2006/main">
            <a:off x="731520" y="2944368"/>
            <a:ext cx="125272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80" b="1">
                <a:solidFill>
                  <a:srgbClr val="0B1F3A"/>
                </a:solidFill>
                <a:latin typeface="NanumGothic"/>
                <a:ea typeface="NanumGothic"/>
                <a:cs typeface="NanumGothic"/>
              </a:rPr>
              <a:t>Build</a:t>
            </a:r>
            <a:endParaRPr sz="880"/>
          </a:p>
        </p:txBody>
      </p:sp>
      <p:sp>
        <p:nvSpPr>
          <p:cNvPr id="25" name="Text 23">
            <a:extLst xmlns:a="http://schemas.openxmlformats.org/drawingml/2006/main">
              <a:ext uri="{FF2B5EF4-FFF2-40B4-BE49-F238E27FC236}">
                <a16:creationId xmlns:a16="http://schemas.microsoft.com/office/drawing/2014/main" id="{2135E42C-F282-4D37-884C-098AEE7011AD}"/>
              </a:ext>
            </a:extLst>
          </p:cNvPr>
          <p:cNvSpPr>
            <a:spLocks xmlns:a="http://schemas.openxmlformats.org/drawingml/2006/main" noGrp="1"/>
          </p:cNvSpPr>
          <p:nvPr/>
        </p:nvSpPr>
        <p:spPr>
          <a:xfrm xmlns:a="http://schemas.openxmlformats.org/drawingml/2006/main">
            <a:off x="2221992" y="2944368"/>
            <a:ext cx="295351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825">
                <a:solidFill>
                  <a:srgbClr val="172033"/>
                </a:solidFill>
                <a:latin typeface="NanumGothic"/>
                <a:ea typeface="NanumGothic"/>
                <a:cs typeface="NanumGothic"/>
              </a:rPr>
              <a:t>Vite 57 modules · JS 286.86kB (gzip 87.40kB) · CSS 89.70kB</a:t>
            </a:r>
            <a:endParaRPr sz="820"/>
          </a:p>
        </p:txBody>
      </p:sp>
      <p:sp>
        <p:nvSpPr>
          <p:cNvPr id="26" name="Shape 24">
            <a:extLst xmlns:a="http://schemas.openxmlformats.org/drawingml/2006/main">
              <a:ext uri="{FF2B5EF4-FFF2-40B4-BE49-F238E27FC236}">
                <a16:creationId xmlns:a16="http://schemas.microsoft.com/office/drawing/2014/main" id="{10092069-014C-49DF-881E-7C9D23365B8B}"/>
              </a:ext>
            </a:extLst>
          </p:cNvPr>
          <p:cNvSpPr>
            <a:spLocks xmlns:a="http://schemas.openxmlformats.org/drawingml/2006/main" noGrp="1"/>
          </p:cNvSpPr>
          <p:nvPr/>
        </p:nvSpPr>
        <p:spPr>
          <a:xfrm xmlns:a="http://schemas.openxmlformats.org/drawingml/2006/main">
            <a:off x="5385816" y="2926080"/>
            <a:ext cx="548640" cy="228600"/>
          </a:xfrm>
          <a:prstGeom xmlns:a="http://schemas.openxmlformats.org/drawingml/2006/main" prst="roundRect">
            <a:avLst>
              <a:gd name="adj" fmla="val 32000"/>
            </a:avLst>
          </a:prstGeom>
          <a:solidFill xmlns:a="http://schemas.openxmlformats.org/drawingml/2006/main">
            <a:srgbClr val="E8F8F1"/>
          </a:solidFill>
          <a:ln xmlns:a="http://schemas.openxmlformats.org/drawingml/2006/main" w="12700">
            <a:solidFill>
              <a:srgbClr val="E8F8F1"/>
            </a:solidFill>
            <a:prstDash val="solid"/>
          </a:ln>
        </p:spPr>
      </p:sp>
      <p:sp>
        <p:nvSpPr>
          <p:cNvPr id="27" name="Text 25">
            <a:extLst xmlns:a="http://schemas.openxmlformats.org/drawingml/2006/main">
              <a:ext uri="{FF2B5EF4-FFF2-40B4-BE49-F238E27FC236}">
                <a16:creationId xmlns:a16="http://schemas.microsoft.com/office/drawing/2014/main" id="{07AB34FD-4519-4566-8F51-93D5D011B168}"/>
              </a:ext>
            </a:extLst>
          </p:cNvPr>
          <p:cNvSpPr>
            <a:spLocks xmlns:a="http://schemas.openxmlformats.org/drawingml/2006/main" noGrp="1"/>
          </p:cNvSpPr>
          <p:nvPr/>
        </p:nvSpPr>
        <p:spPr>
          <a:xfrm xmlns:a="http://schemas.openxmlformats.org/drawingml/2006/main">
            <a:off x="5458968" y="2935224"/>
            <a:ext cx="402336"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770" b="1">
                <a:solidFill>
                  <a:srgbClr val="0A7C50"/>
                </a:solidFill>
                <a:latin typeface="NanumGothic"/>
                <a:ea typeface="NanumGothic"/>
                <a:cs typeface="NanumGothic"/>
              </a:rPr>
              <a:t>PASS</a:t>
            </a:r>
            <a:endParaRPr sz="770"/>
          </a:p>
        </p:txBody>
      </p:sp>
      <p:sp>
        <p:nvSpPr>
          <p:cNvPr id="28" name="Shape 26">
            <a:extLst xmlns:a="http://schemas.openxmlformats.org/drawingml/2006/main">
              <a:ext uri="{FF2B5EF4-FFF2-40B4-BE49-F238E27FC236}">
                <a16:creationId xmlns:a16="http://schemas.microsoft.com/office/drawing/2014/main" id="{91E0D7B0-08B7-4C08-8A8F-0BB1AEE61C58}"/>
              </a:ext>
            </a:extLst>
          </p:cNvPr>
          <p:cNvSpPr>
            <a:spLocks xmlns:a="http://schemas.openxmlformats.org/drawingml/2006/main" noGrp="1"/>
          </p:cNvSpPr>
          <p:nvPr/>
        </p:nvSpPr>
        <p:spPr>
          <a:xfrm xmlns:a="http://schemas.openxmlformats.org/drawingml/2006/main">
            <a:off x="640080" y="3374136"/>
            <a:ext cx="5413248" cy="402336"/>
          </a:xfrm>
          <a:prstGeom xmlns:a="http://schemas.openxmlformats.org/drawingml/2006/main" prst="rect">
            <a:avLst/>
          </a:prstGeom>
          <a:solidFill xmlns:a="http://schemas.openxmlformats.org/drawingml/2006/main">
            <a:srgbClr val="EEF2F8"/>
          </a:solidFill>
          <a:ln xmlns:a="http://schemas.openxmlformats.org/drawingml/2006/main" w="12700">
            <a:solidFill>
              <a:srgbClr val="EEF2F8"/>
            </a:solidFill>
            <a:prstDash val="solid"/>
          </a:ln>
        </p:spPr>
      </p:sp>
      <p:sp>
        <p:nvSpPr>
          <p:cNvPr id="29" name="Text 27">
            <a:extLst xmlns:a="http://schemas.openxmlformats.org/drawingml/2006/main">
              <a:ext uri="{FF2B5EF4-FFF2-40B4-BE49-F238E27FC236}">
                <a16:creationId xmlns:a16="http://schemas.microsoft.com/office/drawing/2014/main" id="{6099E8C9-DCEA-466E-8695-437C3CAECEEF}"/>
              </a:ext>
            </a:extLst>
          </p:cNvPr>
          <p:cNvSpPr>
            <a:spLocks xmlns:a="http://schemas.openxmlformats.org/drawingml/2006/main" noGrp="1"/>
          </p:cNvSpPr>
          <p:nvPr/>
        </p:nvSpPr>
        <p:spPr>
          <a:xfrm xmlns:a="http://schemas.openxmlformats.org/drawingml/2006/main">
            <a:off x="731520" y="3401568"/>
            <a:ext cx="125272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80" b="1">
                <a:solidFill>
                  <a:srgbClr val="0B1F3A"/>
                </a:solidFill>
                <a:latin typeface="NanumGothic"/>
                <a:ea typeface="NanumGothic"/>
                <a:cs typeface="NanumGothic"/>
              </a:rPr>
              <a:t>API · DB</a:t>
            </a:r>
            <a:endParaRPr sz="880"/>
          </a:p>
        </p:txBody>
      </p:sp>
      <p:sp>
        <p:nvSpPr>
          <p:cNvPr id="30" name="Text 28">
            <a:extLst xmlns:a="http://schemas.openxmlformats.org/drawingml/2006/main">
              <a:ext uri="{FF2B5EF4-FFF2-40B4-BE49-F238E27FC236}">
                <a16:creationId xmlns:a16="http://schemas.microsoft.com/office/drawing/2014/main" id="{EC1E73AF-D56C-427C-9A9E-A0F4B23BD78E}"/>
              </a:ext>
            </a:extLst>
          </p:cNvPr>
          <p:cNvSpPr>
            <a:spLocks xmlns:a="http://schemas.openxmlformats.org/drawingml/2006/main" noGrp="1"/>
          </p:cNvSpPr>
          <p:nvPr/>
        </p:nvSpPr>
        <p:spPr>
          <a:xfrm xmlns:a="http://schemas.openxmlformats.org/drawingml/2006/main">
            <a:off x="2221992" y="3401568"/>
            <a:ext cx="295351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825">
                <a:solidFill>
                  <a:srgbClr val="172033"/>
                </a:solidFill>
                <a:latin typeface="NanumGothic"/>
                <a:ea typeface="NanumGothic"/>
                <a:cs typeface="NanumGothic"/>
              </a:rPr>
              <a:t>API·PostgreSQL healthy · AI enabled · 10/10 agents healthy</a:t>
            </a:r>
            <a:endParaRPr sz="820"/>
          </a:p>
        </p:txBody>
      </p:sp>
      <p:sp>
        <p:nvSpPr>
          <p:cNvPr id="31" name="Shape 29">
            <a:extLst xmlns:a="http://schemas.openxmlformats.org/drawingml/2006/main">
              <a:ext uri="{FF2B5EF4-FFF2-40B4-BE49-F238E27FC236}">
                <a16:creationId xmlns:a16="http://schemas.microsoft.com/office/drawing/2014/main" id="{10CF3C36-6B8D-4DB6-9F83-987CC291CEB7}"/>
              </a:ext>
            </a:extLst>
          </p:cNvPr>
          <p:cNvSpPr>
            <a:spLocks xmlns:a="http://schemas.openxmlformats.org/drawingml/2006/main" noGrp="1"/>
          </p:cNvSpPr>
          <p:nvPr/>
        </p:nvSpPr>
        <p:spPr>
          <a:xfrm xmlns:a="http://schemas.openxmlformats.org/drawingml/2006/main">
            <a:off x="5385816" y="3383280"/>
            <a:ext cx="548640" cy="228600"/>
          </a:xfrm>
          <a:prstGeom xmlns:a="http://schemas.openxmlformats.org/drawingml/2006/main" prst="roundRect">
            <a:avLst>
              <a:gd name="adj" fmla="val 32000"/>
            </a:avLst>
          </a:prstGeom>
          <a:solidFill xmlns:a="http://schemas.openxmlformats.org/drawingml/2006/main">
            <a:srgbClr val="E8F8F1"/>
          </a:solidFill>
          <a:ln xmlns:a="http://schemas.openxmlformats.org/drawingml/2006/main" w="12700">
            <a:solidFill>
              <a:srgbClr val="E8F8F1"/>
            </a:solidFill>
            <a:prstDash val="solid"/>
          </a:ln>
        </p:spPr>
      </p:sp>
      <p:sp>
        <p:nvSpPr>
          <p:cNvPr id="32" name="Text 30">
            <a:extLst xmlns:a="http://schemas.openxmlformats.org/drawingml/2006/main">
              <a:ext uri="{FF2B5EF4-FFF2-40B4-BE49-F238E27FC236}">
                <a16:creationId xmlns:a16="http://schemas.microsoft.com/office/drawing/2014/main" id="{61F89A3C-D3CE-4921-896B-F76CB63C42E4}"/>
              </a:ext>
            </a:extLst>
          </p:cNvPr>
          <p:cNvSpPr>
            <a:spLocks xmlns:a="http://schemas.openxmlformats.org/drawingml/2006/main" noGrp="1"/>
          </p:cNvSpPr>
          <p:nvPr/>
        </p:nvSpPr>
        <p:spPr>
          <a:xfrm xmlns:a="http://schemas.openxmlformats.org/drawingml/2006/main">
            <a:off x="5458968" y="3392424"/>
            <a:ext cx="402336"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770" b="1">
                <a:solidFill>
                  <a:srgbClr val="0A7C50"/>
                </a:solidFill>
                <a:latin typeface="NanumGothic"/>
                <a:ea typeface="NanumGothic"/>
                <a:cs typeface="NanumGothic"/>
              </a:rPr>
              <a:t>PASS</a:t>
            </a:r>
            <a:endParaRPr sz="770"/>
          </a:p>
        </p:txBody>
      </p:sp>
      <p:sp>
        <p:nvSpPr>
          <p:cNvPr id="33" name="Text 31">
            <a:extLst xmlns:a="http://schemas.openxmlformats.org/drawingml/2006/main">
              <a:ext uri="{FF2B5EF4-FFF2-40B4-BE49-F238E27FC236}">
                <a16:creationId xmlns:a16="http://schemas.microsoft.com/office/drawing/2014/main" id="{24931F9F-B4F2-4E9A-BE4A-E7733830A38F}"/>
              </a:ext>
            </a:extLst>
          </p:cNvPr>
          <p:cNvSpPr>
            <a:spLocks xmlns:a="http://schemas.openxmlformats.org/drawingml/2006/main" noGrp="1"/>
          </p:cNvSpPr>
          <p:nvPr/>
        </p:nvSpPr>
        <p:spPr>
          <a:xfrm xmlns:a="http://schemas.openxmlformats.org/drawingml/2006/main">
            <a:off x="731520" y="3858768"/>
            <a:ext cx="125272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80" b="1">
                <a:solidFill>
                  <a:srgbClr val="0B1F3A"/>
                </a:solidFill>
                <a:latin typeface="NanumGothic"/>
                <a:ea typeface="NanumGothic"/>
                <a:cs typeface="NanumGothic"/>
              </a:rPr>
              <a:t>Public Data</a:t>
            </a:r>
            <a:endParaRPr sz="880"/>
          </a:p>
        </p:txBody>
      </p:sp>
      <p:sp>
        <p:nvSpPr>
          <p:cNvPr id="34" name="Text 32">
            <a:extLst xmlns:a="http://schemas.openxmlformats.org/drawingml/2006/main">
              <a:ext uri="{FF2B5EF4-FFF2-40B4-BE49-F238E27FC236}">
                <a16:creationId xmlns:a16="http://schemas.microsoft.com/office/drawing/2014/main" id="{1D7818DC-6682-403A-B9F4-239455BBA66B}"/>
              </a:ext>
            </a:extLst>
          </p:cNvPr>
          <p:cNvSpPr>
            <a:spLocks xmlns:a="http://schemas.openxmlformats.org/drawingml/2006/main" noGrp="1"/>
          </p:cNvSpPr>
          <p:nvPr/>
        </p:nvSpPr>
        <p:spPr>
          <a:xfrm xmlns:a="http://schemas.openxmlformats.org/drawingml/2006/main">
            <a:off x="2221992" y="3858768"/>
            <a:ext cx="295351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825">
                <a:solidFill>
                  <a:srgbClr val="172033"/>
                </a:solidFill>
                <a:latin typeface="NanumGothic"/>
                <a:ea typeface="NanumGothic"/>
                <a:cs typeface="NanumGothic"/>
              </a:rPr>
              <a:t>KORAIL·ODCloud 데이터셋 6/6 HTTP 200</a:t>
            </a:r>
            <a:endParaRPr sz="820"/>
          </a:p>
        </p:txBody>
      </p:sp>
      <p:sp>
        <p:nvSpPr>
          <p:cNvPr id="35" name="Shape 33">
            <a:extLst xmlns:a="http://schemas.openxmlformats.org/drawingml/2006/main">
              <a:ext uri="{FF2B5EF4-FFF2-40B4-BE49-F238E27FC236}">
                <a16:creationId xmlns:a16="http://schemas.microsoft.com/office/drawing/2014/main" id="{18FE2F71-0FAA-45D7-9D18-2A4A66B3545E}"/>
              </a:ext>
            </a:extLst>
          </p:cNvPr>
          <p:cNvSpPr>
            <a:spLocks xmlns:a="http://schemas.openxmlformats.org/drawingml/2006/main" noGrp="1"/>
          </p:cNvSpPr>
          <p:nvPr/>
        </p:nvSpPr>
        <p:spPr>
          <a:xfrm xmlns:a="http://schemas.openxmlformats.org/drawingml/2006/main">
            <a:off x="5385816" y="3840480"/>
            <a:ext cx="548640" cy="228600"/>
          </a:xfrm>
          <a:prstGeom xmlns:a="http://schemas.openxmlformats.org/drawingml/2006/main" prst="roundRect">
            <a:avLst>
              <a:gd name="adj" fmla="val 32000"/>
            </a:avLst>
          </a:prstGeom>
          <a:solidFill xmlns:a="http://schemas.openxmlformats.org/drawingml/2006/main">
            <a:srgbClr val="E8F8F1"/>
          </a:solidFill>
          <a:ln xmlns:a="http://schemas.openxmlformats.org/drawingml/2006/main" w="12700">
            <a:solidFill>
              <a:srgbClr val="E8F8F1"/>
            </a:solidFill>
            <a:prstDash val="solid"/>
          </a:ln>
        </p:spPr>
      </p:sp>
      <p:sp>
        <p:nvSpPr>
          <p:cNvPr id="36" name="Text 34">
            <a:extLst xmlns:a="http://schemas.openxmlformats.org/drawingml/2006/main">
              <a:ext uri="{FF2B5EF4-FFF2-40B4-BE49-F238E27FC236}">
                <a16:creationId xmlns:a16="http://schemas.microsoft.com/office/drawing/2014/main" id="{CEE7EE6E-82E9-4111-BCD3-BBD2173166ED}"/>
              </a:ext>
            </a:extLst>
          </p:cNvPr>
          <p:cNvSpPr>
            <a:spLocks xmlns:a="http://schemas.openxmlformats.org/drawingml/2006/main" noGrp="1"/>
          </p:cNvSpPr>
          <p:nvPr/>
        </p:nvSpPr>
        <p:spPr>
          <a:xfrm xmlns:a="http://schemas.openxmlformats.org/drawingml/2006/main">
            <a:off x="5458968" y="3849624"/>
            <a:ext cx="402336"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770" b="1">
                <a:solidFill>
                  <a:srgbClr val="0A7C50"/>
                </a:solidFill>
                <a:latin typeface="NanumGothic"/>
                <a:ea typeface="NanumGothic"/>
                <a:cs typeface="NanumGothic"/>
              </a:rPr>
              <a:t>PASS</a:t>
            </a:r>
            <a:endParaRPr sz="770"/>
          </a:p>
        </p:txBody>
      </p:sp>
      <p:sp>
        <p:nvSpPr>
          <p:cNvPr id="37" name="Shape 35">
            <a:extLst xmlns:a="http://schemas.openxmlformats.org/drawingml/2006/main">
              <a:ext uri="{FF2B5EF4-FFF2-40B4-BE49-F238E27FC236}">
                <a16:creationId xmlns:a16="http://schemas.microsoft.com/office/drawing/2014/main" id="{66F96387-6A9B-4D4B-B8BA-5448CA90E76E}"/>
              </a:ext>
            </a:extLst>
          </p:cNvPr>
          <p:cNvSpPr>
            <a:spLocks xmlns:a="http://schemas.openxmlformats.org/drawingml/2006/main" noGrp="1"/>
          </p:cNvSpPr>
          <p:nvPr/>
        </p:nvSpPr>
        <p:spPr>
          <a:xfrm xmlns:a="http://schemas.openxmlformats.org/drawingml/2006/main">
            <a:off x="640080" y="4288536"/>
            <a:ext cx="5413248" cy="402336"/>
          </a:xfrm>
          <a:prstGeom xmlns:a="http://schemas.openxmlformats.org/drawingml/2006/main" prst="rect">
            <a:avLst/>
          </a:prstGeom>
          <a:solidFill xmlns:a="http://schemas.openxmlformats.org/drawingml/2006/main">
            <a:srgbClr val="EEF2F8"/>
          </a:solidFill>
          <a:ln xmlns:a="http://schemas.openxmlformats.org/drawingml/2006/main" w="12700">
            <a:solidFill>
              <a:srgbClr val="EEF2F8"/>
            </a:solidFill>
            <a:prstDash val="solid"/>
          </a:ln>
        </p:spPr>
      </p:sp>
      <p:sp>
        <p:nvSpPr>
          <p:cNvPr id="38" name="Text 36">
            <a:extLst xmlns:a="http://schemas.openxmlformats.org/drawingml/2006/main">
              <a:ext uri="{FF2B5EF4-FFF2-40B4-BE49-F238E27FC236}">
                <a16:creationId xmlns:a16="http://schemas.microsoft.com/office/drawing/2014/main" id="{72715997-9E61-453C-932F-D55027391351}"/>
              </a:ext>
            </a:extLst>
          </p:cNvPr>
          <p:cNvSpPr>
            <a:spLocks xmlns:a="http://schemas.openxmlformats.org/drawingml/2006/main" noGrp="1"/>
          </p:cNvSpPr>
          <p:nvPr/>
        </p:nvSpPr>
        <p:spPr>
          <a:xfrm xmlns:a="http://schemas.openxmlformats.org/drawingml/2006/main">
            <a:off x="731520" y="4315968"/>
            <a:ext cx="125272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80" b="1">
                <a:solidFill>
                  <a:srgbClr val="0B1F3A"/>
                </a:solidFill>
                <a:latin typeface="NanumGothic"/>
                <a:ea typeface="NanumGothic"/>
                <a:cs typeface="NanumGothic"/>
              </a:rPr>
              <a:t>Runtime</a:t>
            </a:r>
            <a:endParaRPr sz="880"/>
          </a:p>
        </p:txBody>
      </p:sp>
      <p:sp>
        <p:nvSpPr>
          <p:cNvPr id="39" name="Text 37">
            <a:extLst xmlns:a="http://schemas.openxmlformats.org/drawingml/2006/main">
              <a:ext uri="{FF2B5EF4-FFF2-40B4-BE49-F238E27FC236}">
                <a16:creationId xmlns:a16="http://schemas.microsoft.com/office/drawing/2014/main" id="{3A0BF1A4-A6AF-4187-AF87-84AADEF8EF09}"/>
              </a:ext>
            </a:extLst>
          </p:cNvPr>
          <p:cNvSpPr>
            <a:spLocks xmlns:a="http://schemas.openxmlformats.org/drawingml/2006/main" noGrp="1"/>
          </p:cNvSpPr>
          <p:nvPr/>
        </p:nvSpPr>
        <p:spPr>
          <a:xfrm xmlns:a="http://schemas.openxmlformats.org/drawingml/2006/main">
            <a:off x="2221992" y="4315968"/>
            <a:ext cx="295351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825">
                <a:solidFill>
                  <a:srgbClr val="172033"/>
                </a:solidFill>
                <a:latin typeface="NanumGothic"/>
                <a:ea typeface="NanumGothic"/>
                <a:cs typeface="NanumGothic"/>
              </a:rPr>
              <a:t>Web + API + DB + Agent 10 = 13개 컨테이너 healthy</a:t>
            </a:r>
            <a:endParaRPr sz="820"/>
          </a:p>
        </p:txBody>
      </p:sp>
      <p:sp>
        <p:nvSpPr>
          <p:cNvPr id="40" name="Shape 38">
            <a:extLst xmlns:a="http://schemas.openxmlformats.org/drawingml/2006/main">
              <a:ext uri="{FF2B5EF4-FFF2-40B4-BE49-F238E27FC236}">
                <a16:creationId xmlns:a16="http://schemas.microsoft.com/office/drawing/2014/main" id="{8D611C34-10BD-473A-BB39-B66907A0BD61}"/>
              </a:ext>
            </a:extLst>
          </p:cNvPr>
          <p:cNvSpPr>
            <a:spLocks xmlns:a="http://schemas.openxmlformats.org/drawingml/2006/main" noGrp="1"/>
          </p:cNvSpPr>
          <p:nvPr/>
        </p:nvSpPr>
        <p:spPr>
          <a:xfrm xmlns:a="http://schemas.openxmlformats.org/drawingml/2006/main">
            <a:off x="5385816" y="4297680"/>
            <a:ext cx="548640" cy="228600"/>
          </a:xfrm>
          <a:prstGeom xmlns:a="http://schemas.openxmlformats.org/drawingml/2006/main" prst="roundRect">
            <a:avLst>
              <a:gd name="adj" fmla="val 32000"/>
            </a:avLst>
          </a:prstGeom>
          <a:solidFill xmlns:a="http://schemas.openxmlformats.org/drawingml/2006/main">
            <a:srgbClr val="E8F8F1"/>
          </a:solidFill>
          <a:ln xmlns:a="http://schemas.openxmlformats.org/drawingml/2006/main" w="12700">
            <a:solidFill>
              <a:srgbClr val="E8F8F1"/>
            </a:solidFill>
            <a:prstDash val="solid"/>
          </a:ln>
        </p:spPr>
      </p:sp>
      <p:sp>
        <p:nvSpPr>
          <p:cNvPr id="41" name="Text 39">
            <a:extLst xmlns:a="http://schemas.openxmlformats.org/drawingml/2006/main">
              <a:ext uri="{FF2B5EF4-FFF2-40B4-BE49-F238E27FC236}">
                <a16:creationId xmlns:a16="http://schemas.microsoft.com/office/drawing/2014/main" id="{4C83226C-EEA2-4943-8DD3-509005EFD08F}"/>
              </a:ext>
            </a:extLst>
          </p:cNvPr>
          <p:cNvSpPr>
            <a:spLocks xmlns:a="http://schemas.openxmlformats.org/drawingml/2006/main" noGrp="1"/>
          </p:cNvSpPr>
          <p:nvPr/>
        </p:nvSpPr>
        <p:spPr>
          <a:xfrm xmlns:a="http://schemas.openxmlformats.org/drawingml/2006/main">
            <a:off x="5458968" y="4306824"/>
            <a:ext cx="402336"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770" b="1">
                <a:solidFill>
                  <a:srgbClr val="0A7C50"/>
                </a:solidFill>
                <a:latin typeface="NanumGothic"/>
                <a:ea typeface="NanumGothic"/>
                <a:cs typeface="NanumGothic"/>
              </a:rPr>
              <a:t>PASS</a:t>
            </a:r>
            <a:endParaRPr sz="770"/>
          </a:p>
        </p:txBody>
      </p:sp>
      <p:sp>
        <p:nvSpPr>
          <p:cNvPr id="42" name="Text 40">
            <a:extLst xmlns:a="http://schemas.openxmlformats.org/drawingml/2006/main">
              <a:ext uri="{FF2B5EF4-FFF2-40B4-BE49-F238E27FC236}">
                <a16:creationId xmlns:a16="http://schemas.microsoft.com/office/drawing/2014/main" id="{53EF18E3-13FE-4FD1-895F-2A908F60D057}"/>
              </a:ext>
            </a:extLst>
          </p:cNvPr>
          <p:cNvSpPr>
            <a:spLocks xmlns:a="http://schemas.openxmlformats.org/drawingml/2006/main" noGrp="1"/>
          </p:cNvSpPr>
          <p:nvPr/>
        </p:nvSpPr>
        <p:spPr>
          <a:xfrm xmlns:a="http://schemas.openxmlformats.org/drawingml/2006/main">
            <a:off x="731520" y="4773168"/>
            <a:ext cx="125272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80" b="1">
                <a:solidFill>
                  <a:srgbClr val="0B1F3A"/>
                </a:solidFill>
                <a:latin typeface="NanumGothic"/>
                <a:ea typeface="NanumGothic"/>
                <a:cs typeface="NanumGothic"/>
              </a:rPr>
              <a:t>Mobile UX</a:t>
            </a:r>
            <a:endParaRPr sz="880"/>
          </a:p>
        </p:txBody>
      </p:sp>
      <p:sp>
        <p:nvSpPr>
          <p:cNvPr id="43" name="Text 41">
            <a:extLst xmlns:a="http://schemas.openxmlformats.org/drawingml/2006/main">
              <a:ext uri="{FF2B5EF4-FFF2-40B4-BE49-F238E27FC236}">
                <a16:creationId xmlns:a16="http://schemas.microsoft.com/office/drawing/2014/main" id="{165F9A76-174A-44DD-9F09-0A665F47C29F}"/>
              </a:ext>
            </a:extLst>
          </p:cNvPr>
          <p:cNvSpPr>
            <a:spLocks xmlns:a="http://schemas.openxmlformats.org/drawingml/2006/main" noGrp="1"/>
          </p:cNvSpPr>
          <p:nvPr/>
        </p:nvSpPr>
        <p:spPr>
          <a:xfrm xmlns:a="http://schemas.openxmlformats.org/drawingml/2006/main">
            <a:off x="2221992" y="4773168"/>
            <a:ext cx="295351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825">
                <a:solidFill>
                  <a:srgbClr val="172033"/>
                </a:solidFill>
                <a:latin typeface="NanumGothic"/>
                <a:ea typeface="NanumGothic"/>
                <a:cs typeface="NanumGothic"/>
              </a:rPr>
              <a:t>320/380px overflow 0 · 한 줄 CTA · 24px 미만 조작부 0</a:t>
            </a:r>
            <a:endParaRPr sz="820"/>
          </a:p>
        </p:txBody>
      </p:sp>
      <p:sp>
        <p:nvSpPr>
          <p:cNvPr id="44" name="Shape 42">
            <a:extLst xmlns:a="http://schemas.openxmlformats.org/drawingml/2006/main">
              <a:ext uri="{FF2B5EF4-FFF2-40B4-BE49-F238E27FC236}">
                <a16:creationId xmlns:a16="http://schemas.microsoft.com/office/drawing/2014/main" id="{935D5260-85EE-4C0D-8A96-3ABB7660D326}"/>
              </a:ext>
            </a:extLst>
          </p:cNvPr>
          <p:cNvSpPr>
            <a:spLocks xmlns:a="http://schemas.openxmlformats.org/drawingml/2006/main" noGrp="1"/>
          </p:cNvSpPr>
          <p:nvPr/>
        </p:nvSpPr>
        <p:spPr>
          <a:xfrm xmlns:a="http://schemas.openxmlformats.org/drawingml/2006/main">
            <a:off x="5385816" y="4754880"/>
            <a:ext cx="548640" cy="228600"/>
          </a:xfrm>
          <a:prstGeom xmlns:a="http://schemas.openxmlformats.org/drawingml/2006/main" prst="roundRect">
            <a:avLst>
              <a:gd name="adj" fmla="val 32000"/>
            </a:avLst>
          </a:prstGeom>
          <a:solidFill xmlns:a="http://schemas.openxmlformats.org/drawingml/2006/main">
            <a:srgbClr val="E8F8F1"/>
          </a:solidFill>
          <a:ln xmlns:a="http://schemas.openxmlformats.org/drawingml/2006/main" w="12700">
            <a:solidFill>
              <a:srgbClr val="E8F8F1"/>
            </a:solidFill>
            <a:prstDash val="solid"/>
          </a:ln>
        </p:spPr>
      </p:sp>
      <p:sp>
        <p:nvSpPr>
          <p:cNvPr id="45" name="Text 43">
            <a:extLst xmlns:a="http://schemas.openxmlformats.org/drawingml/2006/main">
              <a:ext uri="{FF2B5EF4-FFF2-40B4-BE49-F238E27FC236}">
                <a16:creationId xmlns:a16="http://schemas.microsoft.com/office/drawing/2014/main" id="{187F392E-31D9-4371-B6E3-8ABF5481A240}"/>
              </a:ext>
            </a:extLst>
          </p:cNvPr>
          <p:cNvSpPr>
            <a:spLocks xmlns:a="http://schemas.openxmlformats.org/drawingml/2006/main" noGrp="1"/>
          </p:cNvSpPr>
          <p:nvPr/>
        </p:nvSpPr>
        <p:spPr>
          <a:xfrm xmlns:a="http://schemas.openxmlformats.org/drawingml/2006/main">
            <a:off x="5458968" y="4764024"/>
            <a:ext cx="402336"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770" b="1">
                <a:solidFill>
                  <a:srgbClr val="0A7C50"/>
                </a:solidFill>
                <a:latin typeface="NanumGothic"/>
                <a:ea typeface="NanumGothic"/>
                <a:cs typeface="NanumGothic"/>
              </a:rPr>
              <a:t>PASS</a:t>
            </a:r>
            <a:endParaRPr sz="770"/>
          </a:p>
        </p:txBody>
      </p:sp>
      <p:sp>
        <p:nvSpPr>
          <p:cNvPr id="46" name="Shape 44">
            <a:extLst xmlns:a="http://schemas.openxmlformats.org/drawingml/2006/main">
              <a:ext uri="{FF2B5EF4-FFF2-40B4-BE49-F238E27FC236}">
                <a16:creationId xmlns:a16="http://schemas.microsoft.com/office/drawing/2014/main" id="{F5A8B7F9-CFBA-4724-B401-478FADF200A6}"/>
              </a:ext>
            </a:extLst>
          </p:cNvPr>
          <p:cNvSpPr>
            <a:spLocks xmlns:a="http://schemas.openxmlformats.org/drawingml/2006/main" noGrp="1"/>
          </p:cNvSpPr>
          <p:nvPr/>
        </p:nvSpPr>
        <p:spPr>
          <a:xfrm xmlns:a="http://schemas.openxmlformats.org/drawingml/2006/main">
            <a:off x="640080" y="5202936"/>
            <a:ext cx="5413248" cy="402336"/>
          </a:xfrm>
          <a:prstGeom xmlns:a="http://schemas.openxmlformats.org/drawingml/2006/main" prst="rect">
            <a:avLst/>
          </a:prstGeom>
          <a:solidFill xmlns:a="http://schemas.openxmlformats.org/drawingml/2006/main">
            <a:srgbClr val="EEF2F8"/>
          </a:solidFill>
          <a:ln xmlns:a="http://schemas.openxmlformats.org/drawingml/2006/main" w="12700">
            <a:solidFill>
              <a:srgbClr val="EEF2F8"/>
            </a:solidFill>
            <a:prstDash val="solid"/>
          </a:ln>
        </p:spPr>
      </p:sp>
      <p:sp>
        <p:nvSpPr>
          <p:cNvPr id="47" name="Text 45">
            <a:extLst xmlns:a="http://schemas.openxmlformats.org/drawingml/2006/main">
              <a:ext uri="{FF2B5EF4-FFF2-40B4-BE49-F238E27FC236}">
                <a16:creationId xmlns:a16="http://schemas.microsoft.com/office/drawing/2014/main" id="{D35C610D-C0E8-434A-A1A8-08DA0863164B}"/>
              </a:ext>
            </a:extLst>
          </p:cNvPr>
          <p:cNvSpPr>
            <a:spLocks xmlns:a="http://schemas.openxmlformats.org/drawingml/2006/main" noGrp="1"/>
          </p:cNvSpPr>
          <p:nvPr/>
        </p:nvSpPr>
        <p:spPr>
          <a:xfrm xmlns:a="http://schemas.openxmlformats.org/drawingml/2006/main">
            <a:off x="731520" y="5230368"/>
            <a:ext cx="125272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80" b="1">
                <a:solidFill>
                  <a:srgbClr val="0B1F3A"/>
                </a:solidFill>
                <a:latin typeface="NanumGothic"/>
                <a:ea typeface="NanumGothic"/>
                <a:cs typeface="NanumGothic"/>
              </a:rPr>
              <a:t>Public Path</a:t>
            </a:r>
            <a:endParaRPr sz="880"/>
          </a:p>
        </p:txBody>
      </p:sp>
      <p:sp>
        <p:nvSpPr>
          <p:cNvPr id="48" name="Text 46">
            <a:extLst xmlns:a="http://schemas.openxmlformats.org/drawingml/2006/main">
              <a:ext uri="{FF2B5EF4-FFF2-40B4-BE49-F238E27FC236}">
                <a16:creationId xmlns:a16="http://schemas.microsoft.com/office/drawing/2014/main" id="{BB89452C-9549-46AC-A433-C24F237D27E3}"/>
              </a:ext>
            </a:extLst>
          </p:cNvPr>
          <p:cNvSpPr>
            <a:spLocks xmlns:a="http://schemas.openxmlformats.org/drawingml/2006/main" noGrp="1"/>
          </p:cNvSpPr>
          <p:nvPr/>
        </p:nvSpPr>
        <p:spPr>
          <a:xfrm xmlns:a="http://schemas.openxmlformats.org/drawingml/2006/main">
            <a:off x="2221992" y="5230368"/>
            <a:ext cx="295351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98047"/>
          </a:bodyPr>
          <a:lstStyle xmlns:a="http://schemas.openxmlformats.org/drawingml/2006/main"/>
          <a:p xmlns:a="http://schemas.openxmlformats.org/drawingml/2006/main">
            <a:pPr marL="0" indent="0">
              <a:buNone/>
            </a:pPr>
            <a:r>
              <a:rPr sz="788">
                <a:solidFill>
                  <a:srgbClr val="172033"/>
                </a:solidFill>
                <a:latin typeface="NanumGothic"/>
                <a:ea typeface="NanumGothic"/>
                <a:cs typeface="NanumGothic"/>
              </a:rPr>
              <a:t>공개 2분 영상 120초 · 1080p · Range 206 · 로컬/공개 SHA-256 일치</a:t>
            </a:r>
            <a:endParaRPr sz="820"/>
          </a:p>
        </p:txBody>
      </p:sp>
      <p:sp>
        <p:nvSpPr>
          <p:cNvPr id="49" name="Shape 47">
            <a:extLst xmlns:a="http://schemas.openxmlformats.org/drawingml/2006/main">
              <a:ext uri="{FF2B5EF4-FFF2-40B4-BE49-F238E27FC236}">
                <a16:creationId xmlns:a16="http://schemas.microsoft.com/office/drawing/2014/main" id="{3834CD23-53DB-4DDE-A7A4-04CBD2FE9F3D}"/>
              </a:ext>
            </a:extLst>
          </p:cNvPr>
          <p:cNvSpPr>
            <a:spLocks xmlns:a="http://schemas.openxmlformats.org/drawingml/2006/main" noGrp="1"/>
          </p:cNvSpPr>
          <p:nvPr/>
        </p:nvSpPr>
        <p:spPr>
          <a:xfrm xmlns:a="http://schemas.openxmlformats.org/drawingml/2006/main">
            <a:off x="5385816" y="5212080"/>
            <a:ext cx="548640" cy="228600"/>
          </a:xfrm>
          <a:prstGeom xmlns:a="http://schemas.openxmlformats.org/drawingml/2006/main" prst="roundRect">
            <a:avLst>
              <a:gd name="adj" fmla="val 32000"/>
            </a:avLst>
          </a:prstGeom>
          <a:solidFill xmlns:a="http://schemas.openxmlformats.org/drawingml/2006/main">
            <a:srgbClr val="E8F8F1"/>
          </a:solidFill>
          <a:ln xmlns:a="http://schemas.openxmlformats.org/drawingml/2006/main" w="12700">
            <a:solidFill>
              <a:srgbClr val="E8F8F1"/>
            </a:solidFill>
            <a:prstDash val="solid"/>
          </a:ln>
        </p:spPr>
      </p:sp>
      <p:sp>
        <p:nvSpPr>
          <p:cNvPr id="50" name="Text 48">
            <a:extLst xmlns:a="http://schemas.openxmlformats.org/drawingml/2006/main">
              <a:ext uri="{FF2B5EF4-FFF2-40B4-BE49-F238E27FC236}">
                <a16:creationId xmlns:a16="http://schemas.microsoft.com/office/drawing/2014/main" id="{48EF82DE-4FF8-476C-B212-D3C98E901DCE}"/>
              </a:ext>
            </a:extLst>
          </p:cNvPr>
          <p:cNvSpPr>
            <a:spLocks xmlns:a="http://schemas.openxmlformats.org/drawingml/2006/main" noGrp="1"/>
          </p:cNvSpPr>
          <p:nvPr/>
        </p:nvSpPr>
        <p:spPr>
          <a:xfrm xmlns:a="http://schemas.openxmlformats.org/drawingml/2006/main">
            <a:off x="5458968" y="5221224"/>
            <a:ext cx="402336"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770" b="1">
                <a:solidFill>
                  <a:srgbClr val="0A7C50"/>
                </a:solidFill>
                <a:latin typeface="NanumGothic"/>
                <a:ea typeface="NanumGothic"/>
                <a:cs typeface="NanumGothic"/>
              </a:rPr>
              <a:t>PASS</a:t>
            </a:r>
            <a:endParaRPr sz="770"/>
          </a:p>
        </p:txBody>
      </p:sp>
      <p:sp>
        <p:nvSpPr>
          <p:cNvPr id="51" name="Shape 49">
            <a:extLst xmlns:a="http://schemas.openxmlformats.org/drawingml/2006/main">
              <a:ext uri="{FF2B5EF4-FFF2-40B4-BE49-F238E27FC236}">
                <a16:creationId xmlns:a16="http://schemas.microsoft.com/office/drawing/2014/main" id="{8A8975D5-8B85-4DDD-B18B-1E9E8FC9E47F}"/>
              </a:ext>
            </a:extLst>
          </p:cNvPr>
          <p:cNvSpPr>
            <a:spLocks xmlns:a="http://schemas.openxmlformats.org/drawingml/2006/main" noGrp="1"/>
          </p:cNvSpPr>
          <p:nvPr/>
        </p:nvSpPr>
        <p:spPr>
          <a:xfrm xmlns:a="http://schemas.openxmlformats.org/drawingml/2006/main">
            <a:off x="502920" y="6007608"/>
            <a:ext cx="5687568" cy="301752"/>
          </a:xfrm>
          <a:prstGeom xmlns:a="http://schemas.openxmlformats.org/drawingml/2006/main" prst="roundRect">
            <a:avLst>
              <a:gd name="adj" fmla="val 24242"/>
            </a:avLst>
          </a:prstGeom>
          <a:solidFill xmlns:a="http://schemas.openxmlformats.org/drawingml/2006/main">
            <a:srgbClr val="FFF3DC"/>
          </a:solidFill>
          <a:ln xmlns:a="http://schemas.openxmlformats.org/drawingml/2006/main" w="10160">
            <a:solidFill>
              <a:srgbClr val="FFF3DC"/>
            </a:solidFill>
            <a:prstDash val="solid"/>
          </a:ln>
        </p:spPr>
      </p:sp>
      <p:sp>
        <p:nvSpPr>
          <p:cNvPr id="52" name="Text 50">
            <a:extLst xmlns:a="http://schemas.openxmlformats.org/drawingml/2006/main">
              <a:ext uri="{FF2B5EF4-FFF2-40B4-BE49-F238E27FC236}">
                <a16:creationId xmlns:a16="http://schemas.microsoft.com/office/drawing/2014/main" id="{BF92258D-2ED3-4DC9-AC0D-60645518B61D}"/>
              </a:ext>
            </a:extLst>
          </p:cNvPr>
          <p:cNvSpPr>
            <a:spLocks xmlns:a="http://schemas.openxmlformats.org/drawingml/2006/main" noGrp="1"/>
          </p:cNvSpPr>
          <p:nvPr/>
        </p:nvSpPr>
        <p:spPr>
          <a:xfrm xmlns:a="http://schemas.openxmlformats.org/drawingml/2006/main">
            <a:off x="667512" y="6053328"/>
            <a:ext cx="536752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97559"/>
          </a:bodyPr>
          <a:lstStyle xmlns:a="http://schemas.openxmlformats.org/drawingml/2006/main"/>
          <a:p xmlns:a="http://schemas.openxmlformats.org/drawingml/2006/main">
            <a:pPr marL="0" indent="0" algn="ctr">
              <a:buNone/>
            </a:pPr>
            <a:r>
              <a:rPr sz="825" b="1">
                <a:solidFill>
                  <a:srgbClr val="8B5400"/>
                </a:solidFill>
                <a:latin typeface="NanumGothic"/>
                <a:ea typeface="NanumGothic"/>
                <a:cs typeface="NanumGothic"/>
              </a:rPr>
              <a:t>검증 범위: 기능·접근성·연결성·AI 역할·공개 재생. 실제 운임 정확도와 현장 전환율은 운영 데이터 연동 후 확인할 항목입니다.</a:t>
            </a:r>
            <a:endParaRPr sz="790"/>
          </a:p>
        </p:txBody>
      </p:sp>
      <p:sp>
        <p:nvSpPr>
          <p:cNvPr id="53" name="Shape 51">
            <a:extLst xmlns:a="http://schemas.openxmlformats.org/drawingml/2006/main">
              <a:ext uri="{FF2B5EF4-FFF2-40B4-BE49-F238E27FC236}">
                <a16:creationId xmlns:a16="http://schemas.microsoft.com/office/drawing/2014/main" id="{DF435F94-FA1B-4D07-B570-66CD80F24F29}"/>
              </a:ext>
            </a:extLst>
          </p:cNvPr>
          <p:cNvSpPr>
            <a:spLocks xmlns:a="http://schemas.openxmlformats.org/drawingml/2006/main" noGrp="1"/>
          </p:cNvSpPr>
          <p:nvPr/>
        </p:nvSpPr>
        <p:spPr>
          <a:xfrm xmlns:a="http://schemas.openxmlformats.org/drawingml/2006/main">
            <a:off x="6688836" y="1165860"/>
            <a:ext cx="1984248" cy="4177026"/>
          </a:xfrm>
          <a:prstGeom xmlns:a="http://schemas.openxmlformats.org/drawingml/2006/main" prst="roundRect">
            <a:avLst>
              <a:gd name="adj" fmla="val 3687"/>
            </a:avLst>
          </a:prstGeom>
          <a:solidFill xmlns:a="http://schemas.openxmlformats.org/drawingml/2006/main">
            <a:srgbClr val="FFFFFF"/>
          </a:solidFill>
          <a:ln xmlns:a="http://schemas.openxmlformats.org/drawingml/2006/main" w="13970">
            <a:solidFill>
              <a:srgbClr val="1769FF"/>
            </a:solidFill>
            <a:prstDash val="solid"/>
          </a:ln>
          <a:effectLst xmlns:a="http://schemas.openxmlformats.org/drawingml/2006/main">
            <a:outerShdw algn="bl" rotWithShape="0">
              <a:srgbClr val="0B1F3A">
                <a:alpha val="0"/>
              </a:srgbClr>
            </a:outerShdw>
          </a:effectLst>
        </p:spPr>
      </p:sp>
      <p:pic>
        <p:nvPicPr>
          <p:cNvPr id="115" name="Image 0"/>
          <p:cNvPicPr>
            <a:picLocks xmlns:a="http://schemas.openxmlformats.org/drawingml/2006/main" noChangeAspect="1"/>
          </p:cNvPicPr>
          <p:nvPr/>
        </p:nvPicPr>
        <p:blipFill>
          <a:blip xmlns:r="http://schemas.openxmlformats.org/officeDocument/2006/relationships" xmlns:a="http://schemas.openxmlformats.org/drawingml/2006/main" r:embed="R0b55331a77474225"/>
          <a:stretch xmlns:a="http://schemas.openxmlformats.org/drawingml/2006/main">
            <a:fillRect l="0" t="0" r="0" b="0"/>
          </a:stretch>
        </p:blipFill>
        <p:spPr>
          <a:xfrm xmlns:a="http://schemas.openxmlformats.org/drawingml/2006/main">
            <a:off x="6739128" y="1216152"/>
            <a:ext cx="1883664" cy="4076442"/>
          </a:xfrm>
          <a:prstGeom xmlns:a="http://schemas.openxmlformats.org/drawingml/2006/main" prst="rect">
            <a:avLst/>
          </a:prstGeom>
        </p:spPr>
      </p:pic>
      <p:sp>
        <p:nvSpPr>
          <p:cNvPr id="55" name="Shape 52">
            <a:extLst xmlns:a="http://schemas.openxmlformats.org/drawingml/2006/main">
              <a:ext uri="{FF2B5EF4-FFF2-40B4-BE49-F238E27FC236}">
                <a16:creationId xmlns:a16="http://schemas.microsoft.com/office/drawing/2014/main" id="{5DF63738-D822-40B1-A409-7808B4D4836A}"/>
              </a:ext>
            </a:extLst>
          </p:cNvPr>
          <p:cNvSpPr>
            <a:spLocks xmlns:a="http://schemas.openxmlformats.org/drawingml/2006/main" noGrp="1"/>
          </p:cNvSpPr>
          <p:nvPr/>
        </p:nvSpPr>
        <p:spPr>
          <a:xfrm xmlns:a="http://schemas.openxmlformats.org/drawingml/2006/main">
            <a:off x="6784848" y="5422392"/>
            <a:ext cx="1792224" cy="274320"/>
          </a:xfrm>
          <a:prstGeom xmlns:a="http://schemas.openxmlformats.org/drawingml/2006/main" prst="roundRect">
            <a:avLst>
              <a:gd name="adj" fmla="val 26667"/>
            </a:avLst>
          </a:prstGeom>
          <a:solidFill xmlns:a="http://schemas.openxmlformats.org/drawingml/2006/main">
            <a:srgbClr val="E8F8F1"/>
          </a:solidFill>
          <a:ln xmlns:a="http://schemas.openxmlformats.org/drawingml/2006/main" w="12700">
            <a:solidFill>
              <a:srgbClr val="E8F8F1"/>
            </a:solidFill>
            <a:prstDash val="solid"/>
          </a:ln>
        </p:spPr>
      </p:sp>
      <p:sp>
        <p:nvSpPr>
          <p:cNvPr id="56" name="Text 53">
            <a:extLst xmlns:a="http://schemas.openxmlformats.org/drawingml/2006/main">
              <a:ext uri="{FF2B5EF4-FFF2-40B4-BE49-F238E27FC236}">
                <a16:creationId xmlns:a16="http://schemas.microsoft.com/office/drawing/2014/main" id="{77B431CD-3F46-49E2-8CE3-64491B9A2980}"/>
              </a:ext>
            </a:extLst>
          </p:cNvPr>
          <p:cNvSpPr>
            <a:spLocks xmlns:a="http://schemas.openxmlformats.org/drawingml/2006/main" noGrp="1"/>
          </p:cNvSpPr>
          <p:nvPr/>
        </p:nvSpPr>
        <p:spPr>
          <a:xfrm xmlns:a="http://schemas.openxmlformats.org/drawingml/2006/main">
            <a:off x="6858000" y="5431536"/>
            <a:ext cx="1645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825" b="1">
                <a:solidFill>
                  <a:srgbClr val="0A7C50"/>
                </a:solidFill>
                <a:latin typeface="NanumGothic"/>
                <a:ea typeface="NanumGothic"/>
                <a:cs typeface="NanumGothic"/>
              </a:rPr>
              <a:t>LIVE EVENT · SSE</a:t>
            </a:r>
            <a:endParaRPr sz="840"/>
          </a:p>
        </p:txBody>
      </p:sp>
      <p:sp>
        <p:nvSpPr>
          <p:cNvPr id="57" name="Text 54">
            <a:extLst xmlns:a="http://schemas.openxmlformats.org/drawingml/2006/main">
              <a:ext uri="{FF2B5EF4-FFF2-40B4-BE49-F238E27FC236}">
                <a16:creationId xmlns:a16="http://schemas.microsoft.com/office/drawing/2014/main" id="{0BEDCF17-5B44-404F-8EB0-7E1B4736386B}"/>
              </a:ext>
            </a:extLst>
          </p:cNvPr>
          <p:cNvSpPr>
            <a:spLocks xmlns:a="http://schemas.openxmlformats.org/drawingml/2006/main" noGrp="1"/>
          </p:cNvSpPr>
          <p:nvPr/>
        </p:nvSpPr>
        <p:spPr>
          <a:xfrm xmlns:a="http://schemas.openxmlformats.org/drawingml/2006/main">
            <a:off x="6729984" y="5779008"/>
            <a:ext cx="190195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825">
                <a:solidFill>
                  <a:srgbClr val="667085"/>
                </a:solidFill>
                <a:latin typeface="NanumGothic"/>
                <a:ea typeface="NanumGothic"/>
                <a:cs typeface="NanumGothic"/>
              </a:rPr>
              <a:t>공개 데모 화면에서 10/10 연결 상태와</a:t>
            </a:r>
            <a:endParaRPr sz="840"/>
          </a:p>
          <a:p xmlns:a="http://schemas.openxmlformats.org/drawingml/2006/main">
            <a:pPr marL="0" indent="0" algn="ctr">
              <a:buNone/>
            </a:pPr>
            <a:r>
              <a:rPr sz="825">
                <a:solidFill>
                  <a:srgbClr val="667085"/>
                </a:solidFill>
                <a:latin typeface="NanumGothic"/>
                <a:ea typeface="NanumGothic"/>
                <a:cs typeface="NanumGothic"/>
              </a:rPr>
              <a:t>참여·이탈 이벤트의 즉시 반영을 확인</a:t>
            </a:r>
            <a:endParaRPr sz="840"/>
          </a:p>
        </p:txBody>
      </p:sp>
      <p:sp>
        <p:nvSpPr>
          <p:cNvPr id="58" name="Text 55">
            <a:extLst xmlns:a="http://schemas.openxmlformats.org/drawingml/2006/main">
              <a:ext uri="{FF2B5EF4-FFF2-40B4-BE49-F238E27FC236}">
                <a16:creationId xmlns:a16="http://schemas.microsoft.com/office/drawing/2014/main" id="{CF4F3018-6FC6-48DD-8093-B813DA167D18}"/>
              </a:ext>
            </a:extLst>
          </p:cNvPr>
          <p:cNvSpPr>
            <a:spLocks xmlns:a="http://schemas.openxmlformats.org/drawingml/2006/main" noGrp="1"/>
          </p:cNvSpPr>
          <p:nvPr/>
        </p:nvSpPr>
        <p:spPr>
          <a:xfrm xmlns:a="http://schemas.openxmlformats.org/drawingml/2006/main">
            <a:off x="475488" y="6254496"/>
            <a:ext cx="77266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720" i="1">
                <a:solidFill>
                  <a:srgbClr val="667085"/>
                </a:solidFill>
                <a:latin typeface="NanumGothic"/>
                <a:ea typeface="NanumGothic"/>
                <a:cs typeface="NanumGothic"/>
              </a:rPr>
              <a:t>테스트 실행 및 런타임 확인: 2026.08.13 KST</a:t>
            </a:r>
            <a:endParaRPr sz="720"/>
          </a:p>
        </p:txBody>
      </p:sp>
      <p:sp>
        <p:nvSpPr>
          <p:cNvPr id="59" name="Shape 56">
            <a:extLst xmlns:a="http://schemas.openxmlformats.org/drawingml/2006/main">
              <a:ext uri="{FF2B5EF4-FFF2-40B4-BE49-F238E27FC236}">
                <a16:creationId xmlns:a16="http://schemas.microsoft.com/office/drawing/2014/main" id="{2E3FE12D-E77E-4A60-9020-4C00F4A7AD86}"/>
              </a:ext>
            </a:extLst>
          </p:cNvPr>
          <p:cNvSpPr>
            <a:spLocks xmlns:a="http://schemas.openxmlformats.org/drawingml/2006/main" noGrp="1"/>
          </p:cNvSpPr>
          <p:nvPr/>
        </p:nvSpPr>
        <p:spPr>
          <a:xfrm xmlns:a="http://schemas.openxmlformats.org/drawingml/2006/main">
            <a:off x="475488" y="6437376"/>
            <a:ext cx="8193024" cy="0"/>
          </a:xfrm>
          <a:prstGeom xmlns:a="http://schemas.openxmlformats.org/drawingml/2006/main" prst="line">
            <a:avLst/>
          </a:prstGeom>
          <a:noFill xmlns:a="http://schemas.openxmlformats.org/drawingml/2006/main"/>
          <a:ln xmlns:a="http://schemas.openxmlformats.org/drawingml/2006/main" w="8890">
            <a:solidFill>
              <a:srgbClr val="D7DFEA"/>
            </a:solidFill>
            <a:prstDash val="solid"/>
          </a:ln>
        </p:spPr>
      </p:sp>
      <p:sp>
        <p:nvSpPr>
          <p:cNvPr id="60" name="Text 57">
            <a:extLst xmlns:a="http://schemas.openxmlformats.org/drawingml/2006/main">
              <a:ext uri="{FF2B5EF4-FFF2-40B4-BE49-F238E27FC236}">
                <a16:creationId xmlns:a16="http://schemas.microsoft.com/office/drawing/2014/main" id="{343A0B2A-94D3-49EE-AB00-71C67F0F801B}"/>
              </a:ext>
            </a:extLst>
          </p:cNvPr>
          <p:cNvSpPr>
            <a:spLocks xmlns:a="http://schemas.openxmlformats.org/drawingml/2006/main" noGrp="1"/>
          </p:cNvSpPr>
          <p:nvPr/>
        </p:nvSpPr>
        <p:spPr>
          <a:xfrm xmlns:a="http://schemas.openxmlformats.org/drawingml/2006/main">
            <a:off x="475488" y="6492240"/>
            <a:ext cx="388620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50">
                <a:solidFill>
                  <a:srgbClr val="667085"/>
                </a:solidFill>
                <a:latin typeface="NanumGothic"/>
                <a:ea typeface="NanumGothic"/>
                <a:cs typeface="NanumGothic"/>
              </a:rPr>
              <a:t>MOVE AI CHALLENGE 2026 · 레일물류 AI</a:t>
            </a:r>
            <a:endParaRPr sz="750"/>
          </a:p>
        </p:txBody>
      </p:sp>
      <p:sp>
        <p:nvSpPr>
          <p:cNvPr id="61" name="Text 58">
            <a:extLst xmlns:a="http://schemas.openxmlformats.org/drawingml/2006/main">
              <a:ext uri="{FF2B5EF4-FFF2-40B4-BE49-F238E27FC236}">
                <a16:creationId xmlns:a16="http://schemas.microsoft.com/office/drawing/2014/main" id="{424F33E4-4987-4F9A-85B2-B2F03C3288B8}"/>
              </a:ext>
            </a:extLst>
          </p:cNvPr>
          <p:cNvSpPr>
            <a:spLocks xmlns:a="http://schemas.openxmlformats.org/drawingml/2006/main" noGrp="1"/>
          </p:cNvSpPr>
          <p:nvPr/>
        </p:nvSpPr>
        <p:spPr>
          <a:xfrm xmlns:a="http://schemas.openxmlformats.org/drawingml/2006/main">
            <a:off x="8229600" y="6492240"/>
            <a:ext cx="4114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750" b="1">
                <a:solidFill>
                  <a:srgbClr val="667085"/>
                </a:solidFill>
                <a:latin typeface="NanumGothic"/>
                <a:ea typeface="NanumGothic"/>
                <a:cs typeface="NanumGothic"/>
              </a:rPr>
              <a:t>11</a:t>
            </a:r>
            <a:endParaRPr sz="750"/>
          </a:p>
        </p:txBody>
      </p:sp>
    </p:spTree>
    <p:extLst>
      <p:ext uri="{BB962C8B-B14F-4D97-AF65-F5344CB8AC3E}">
        <p14:creationId xmlns:p14="http://schemas.microsoft.com/office/powerpoint/2010/main" val="58713995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360A84F-363E-464C-8201-83E646FFA3A3}"/>
              </a:ext>
            </a:extLst>
          </p:cNvPr>
          <p:cNvSpPr>
            <a:spLocks xmlns:a="http://schemas.openxmlformats.org/drawingml/2006/main" noGrp="1"/>
          </p:cNvSpPr>
          <p:nvPr/>
        </p:nvSpPr>
        <p:spPr>
          <a:xfrm xmlns:a="http://schemas.openxmlformats.org/drawingml/2006/main">
            <a:off x="475488" y="347472"/>
            <a:ext cx="502920" cy="274320"/>
          </a:xfrm>
          <a:prstGeom xmlns:a="http://schemas.openxmlformats.org/drawingml/2006/main" prst="roundRect">
            <a:avLst>
              <a:gd name="adj" fmla="val 26667"/>
            </a:avLst>
          </a:prstGeom>
          <a:solidFill xmlns:a="http://schemas.openxmlformats.org/drawingml/2006/main">
            <a:srgbClr val="0B1F3A"/>
          </a:solidFill>
          <a:ln xmlns:a="http://schemas.openxmlformats.org/drawingml/2006/main" w="12700">
            <a:solidFill>
              <a:srgbClr val="0B1F3A"/>
            </a:solidFill>
            <a:prstDash val="solid"/>
          </a:ln>
        </p:spPr>
      </p:sp>
      <p:sp>
        <p:nvSpPr>
          <p:cNvPr id="3" name="Text 1">
            <a:extLst xmlns:a="http://schemas.openxmlformats.org/drawingml/2006/main">
              <a:ext uri="{FF2B5EF4-FFF2-40B4-BE49-F238E27FC236}">
                <a16:creationId xmlns:a16="http://schemas.microsoft.com/office/drawing/2014/main" id="{D8758424-6509-43D2-B786-C70A0F66A47E}"/>
              </a:ext>
            </a:extLst>
          </p:cNvPr>
          <p:cNvSpPr>
            <a:spLocks xmlns:a="http://schemas.openxmlformats.org/drawingml/2006/main" noGrp="1"/>
          </p:cNvSpPr>
          <p:nvPr/>
        </p:nvSpPr>
        <p:spPr>
          <a:xfrm xmlns:a="http://schemas.openxmlformats.org/drawingml/2006/main">
            <a:off x="548640" y="356616"/>
            <a:ext cx="3566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750" b="1">
                <a:solidFill>
                  <a:srgbClr val="FFFFFF"/>
                </a:solidFill>
                <a:latin typeface="NanumGothic"/>
                <a:ea typeface="NanumGothic"/>
                <a:cs typeface="NanumGothic"/>
              </a:rPr>
              <a:t>10</a:t>
            </a:r>
            <a:endParaRPr sz="1000"/>
          </a:p>
        </p:txBody>
      </p:sp>
      <p:sp>
        <p:nvSpPr>
          <p:cNvPr id="4" name="Text 2">
            <a:extLst xmlns:a="http://schemas.openxmlformats.org/drawingml/2006/main">
              <a:ext uri="{FF2B5EF4-FFF2-40B4-BE49-F238E27FC236}">
                <a16:creationId xmlns:a16="http://schemas.microsoft.com/office/drawing/2014/main" id="{EE28B5EA-B1F7-4A97-A94D-37FCB1AE3A1E}"/>
              </a:ext>
            </a:extLst>
          </p:cNvPr>
          <p:cNvSpPr>
            <a:spLocks xmlns:a="http://schemas.openxmlformats.org/drawingml/2006/main" noGrp="1"/>
          </p:cNvSpPr>
          <p:nvPr/>
        </p:nvSpPr>
        <p:spPr>
          <a:xfrm xmlns:a="http://schemas.openxmlformats.org/drawingml/2006/main">
            <a:off x="1133856" y="274320"/>
            <a:ext cx="71780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2400" b="1">
                <a:solidFill>
                  <a:srgbClr val="0B1F3A"/>
                </a:solidFill>
                <a:latin typeface="NanumGothic"/>
                <a:ea typeface="NanumGothic"/>
                <a:cs typeface="NanumGothic"/>
              </a:rPr>
              <a:t>한계점과 향후 개선 계획</a:t>
            </a:r>
            <a:endParaRPr sz="2400"/>
          </a:p>
        </p:txBody>
      </p:sp>
      <p:sp>
        <p:nvSpPr>
          <p:cNvPr id="5" name="Text 3">
            <a:extLst xmlns:a="http://schemas.openxmlformats.org/drawingml/2006/main">
              <a:ext uri="{FF2B5EF4-FFF2-40B4-BE49-F238E27FC236}">
                <a16:creationId xmlns:a16="http://schemas.microsoft.com/office/drawing/2014/main" id="{144FED05-F1B2-4C60-B472-C332A8535BD8}"/>
              </a:ext>
            </a:extLst>
          </p:cNvPr>
          <p:cNvSpPr>
            <a:spLocks xmlns:a="http://schemas.openxmlformats.org/drawingml/2006/main" noGrp="1"/>
          </p:cNvSpPr>
          <p:nvPr/>
        </p:nvSpPr>
        <p:spPr>
          <a:xfrm xmlns:a="http://schemas.openxmlformats.org/drawingml/2006/main">
            <a:off x="1143000" y="740664"/>
            <a:ext cx="7360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25">
                <a:solidFill>
                  <a:srgbClr val="667085"/>
                </a:solidFill>
                <a:latin typeface="NanumGothic"/>
                <a:ea typeface="NanumGothic"/>
                <a:cs typeface="NanumGothic"/>
              </a:rPr>
              <a:t>현재 구현의 운영·데이터 경계를 명확히 하고, 실제 철도 업무에 연결하기 위한 개선 순서를 제시합니다.</a:t>
            </a:r>
            <a:endParaRPr sz="950"/>
          </a:p>
        </p:txBody>
      </p:sp>
      <p:sp>
        <p:nvSpPr>
          <p:cNvPr id="6" name="Shape 4">
            <a:extLst xmlns:a="http://schemas.openxmlformats.org/drawingml/2006/main">
              <a:ext uri="{FF2B5EF4-FFF2-40B4-BE49-F238E27FC236}">
                <a16:creationId xmlns:a16="http://schemas.microsoft.com/office/drawing/2014/main" id="{ED5E540B-79BA-4B00-9430-38801DAF5169}"/>
              </a:ext>
            </a:extLst>
          </p:cNvPr>
          <p:cNvSpPr>
            <a:spLocks xmlns:a="http://schemas.openxmlformats.org/drawingml/2006/main" noGrp="1"/>
          </p:cNvSpPr>
          <p:nvPr/>
        </p:nvSpPr>
        <p:spPr>
          <a:xfrm xmlns:a="http://schemas.openxmlformats.org/drawingml/2006/main">
            <a:off x="475488" y="1078992"/>
            <a:ext cx="8193024" cy="0"/>
          </a:xfrm>
          <a:prstGeom xmlns:a="http://schemas.openxmlformats.org/drawingml/2006/main" prst="line">
            <a:avLst/>
          </a:prstGeom>
          <a:noFill xmlns:a="http://schemas.openxmlformats.org/drawingml/2006/main"/>
          <a:ln xmlns:a="http://schemas.openxmlformats.org/drawingml/2006/main" w="13970">
            <a:solidFill>
              <a:srgbClr val="D7DFEA"/>
            </a:solidFill>
            <a:prstDash val="solid"/>
          </a:ln>
        </p:spPr>
      </p:sp>
      <p:sp>
        <p:nvSpPr>
          <p:cNvPr id="7" name="Shape 5">
            <a:extLst xmlns:a="http://schemas.openxmlformats.org/drawingml/2006/main">
              <a:ext uri="{FF2B5EF4-FFF2-40B4-BE49-F238E27FC236}">
                <a16:creationId xmlns:a16="http://schemas.microsoft.com/office/drawing/2014/main" id="{3542D634-A2D6-487D-B9A0-D167E6EA234C}"/>
              </a:ext>
            </a:extLst>
          </p:cNvPr>
          <p:cNvSpPr>
            <a:spLocks xmlns:a="http://schemas.openxmlformats.org/drawingml/2006/main" noGrp="1"/>
          </p:cNvSpPr>
          <p:nvPr/>
        </p:nvSpPr>
        <p:spPr>
          <a:xfrm xmlns:a="http://schemas.openxmlformats.org/drawingml/2006/main">
            <a:off x="502920" y="1298448"/>
            <a:ext cx="1243584" cy="274320"/>
          </a:xfrm>
          <a:prstGeom xmlns:a="http://schemas.openxmlformats.org/drawingml/2006/main" prst="roundRect">
            <a:avLst>
              <a:gd name="adj" fmla="val 26667"/>
            </a:avLst>
          </a:prstGeom>
          <a:solidFill xmlns:a="http://schemas.openxmlformats.org/drawingml/2006/main">
            <a:srgbClr val="FFF3DC"/>
          </a:solidFill>
          <a:ln xmlns:a="http://schemas.openxmlformats.org/drawingml/2006/main" w="12700">
            <a:solidFill>
              <a:srgbClr val="FFF3DC"/>
            </a:solidFill>
            <a:prstDash val="solid"/>
          </a:ln>
        </p:spPr>
      </p:sp>
      <p:sp>
        <p:nvSpPr>
          <p:cNvPr id="8" name="Text 6">
            <a:extLst xmlns:a="http://schemas.openxmlformats.org/drawingml/2006/main">
              <a:ext uri="{FF2B5EF4-FFF2-40B4-BE49-F238E27FC236}">
                <a16:creationId xmlns:a16="http://schemas.microsoft.com/office/drawing/2014/main" id="{A248FDE5-1A0B-4DEC-B1B0-43334082DB2C}"/>
              </a:ext>
            </a:extLst>
          </p:cNvPr>
          <p:cNvSpPr>
            <a:spLocks xmlns:a="http://schemas.openxmlformats.org/drawingml/2006/main" noGrp="1"/>
          </p:cNvSpPr>
          <p:nvPr/>
        </p:nvSpPr>
        <p:spPr>
          <a:xfrm xmlns:a="http://schemas.openxmlformats.org/drawingml/2006/main">
            <a:off x="576072" y="1307592"/>
            <a:ext cx="10972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675" b="1">
                <a:solidFill>
                  <a:srgbClr val="9B6200"/>
                </a:solidFill>
                <a:latin typeface="NanumGothic"/>
                <a:ea typeface="NanumGothic"/>
                <a:cs typeface="NanumGothic"/>
              </a:rPr>
              <a:t>CURRENT LIMITS</a:t>
            </a:r>
            <a:endParaRPr sz="850"/>
          </a:p>
        </p:txBody>
      </p:sp>
      <p:sp>
        <p:nvSpPr>
          <p:cNvPr id="9" name="Text 7">
            <a:extLst xmlns:a="http://schemas.openxmlformats.org/drawingml/2006/main">
              <a:ext uri="{FF2B5EF4-FFF2-40B4-BE49-F238E27FC236}">
                <a16:creationId xmlns:a16="http://schemas.microsoft.com/office/drawing/2014/main" id="{099583F7-3B0E-4998-B730-8134B02B1642}"/>
              </a:ext>
            </a:extLst>
          </p:cNvPr>
          <p:cNvSpPr>
            <a:spLocks xmlns:a="http://schemas.openxmlformats.org/drawingml/2006/main" noGrp="1"/>
          </p:cNvSpPr>
          <p:nvPr/>
        </p:nvSpPr>
        <p:spPr>
          <a:xfrm xmlns:a="http://schemas.openxmlformats.org/drawingml/2006/main">
            <a:off x="1874520" y="1307592"/>
            <a:ext cx="515721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825" b="1">
                <a:solidFill>
                  <a:srgbClr val="0B1F3A"/>
                </a:solidFill>
                <a:latin typeface="NanumGothic"/>
                <a:ea typeface="NanumGothic"/>
                <a:cs typeface="NanumGothic"/>
              </a:rPr>
              <a:t>현재 버전에서 확인된 운영·데이터 경계</a:t>
            </a:r>
            <a:endParaRPr sz="1020"/>
          </a:p>
        </p:txBody>
      </p:sp>
      <p:sp>
        <p:nvSpPr>
          <p:cNvPr id="10" name="Shape 8">
            <a:extLst xmlns:a="http://schemas.openxmlformats.org/drawingml/2006/main">
              <a:ext uri="{FF2B5EF4-FFF2-40B4-BE49-F238E27FC236}">
                <a16:creationId xmlns:a16="http://schemas.microsoft.com/office/drawing/2014/main" id="{095FA06B-4C9E-44E5-B754-3A4AF0004ECF}"/>
              </a:ext>
            </a:extLst>
          </p:cNvPr>
          <p:cNvSpPr>
            <a:spLocks xmlns:a="http://schemas.openxmlformats.org/drawingml/2006/main" noGrp="1"/>
          </p:cNvSpPr>
          <p:nvPr/>
        </p:nvSpPr>
        <p:spPr>
          <a:xfrm xmlns:a="http://schemas.openxmlformats.org/drawingml/2006/main">
            <a:off x="502920" y="1755648"/>
            <a:ext cx="1883664" cy="1060704"/>
          </a:xfrm>
          <a:prstGeom xmlns:a="http://schemas.openxmlformats.org/drawingml/2006/main" prst="roundRect">
            <a:avLst>
              <a:gd name="adj" fmla="val 6897"/>
            </a:avLst>
          </a:prstGeom>
          <a:solidFill xmlns:a="http://schemas.openxmlformats.org/drawingml/2006/main">
            <a:srgbClr val="E8F8F1"/>
          </a:solidFill>
          <a:ln xmlns:a="http://schemas.openxmlformats.org/drawingml/2006/main" w="10160">
            <a:solidFill>
              <a:srgbClr val="E8F8F1"/>
            </a:solidFill>
            <a:prstDash val="solid"/>
          </a:ln>
        </p:spPr>
      </p:sp>
      <p:sp>
        <p:nvSpPr>
          <p:cNvPr id="11" name="Text 9">
            <a:extLst xmlns:a="http://schemas.openxmlformats.org/drawingml/2006/main">
              <a:ext uri="{FF2B5EF4-FFF2-40B4-BE49-F238E27FC236}">
                <a16:creationId xmlns:a16="http://schemas.microsoft.com/office/drawing/2014/main" id="{6F75B3CA-2224-4653-A785-CEDC9B71AA77}"/>
              </a:ext>
            </a:extLst>
          </p:cNvPr>
          <p:cNvSpPr>
            <a:spLocks xmlns:a="http://schemas.openxmlformats.org/drawingml/2006/main" noGrp="1"/>
          </p:cNvSpPr>
          <p:nvPr/>
        </p:nvSpPr>
        <p:spPr>
          <a:xfrm xmlns:a="http://schemas.openxmlformats.org/drawingml/2006/main">
            <a:off x="640080" y="1901952"/>
            <a:ext cx="1609344"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50" b="1">
                <a:solidFill>
                  <a:srgbClr val="667085"/>
                </a:solidFill>
                <a:latin typeface="NanumGothic"/>
                <a:ea typeface="NanumGothic"/>
                <a:cs typeface="NanumGothic"/>
              </a:rPr>
              <a:t>운임·수송력</a:t>
            </a:r>
            <a:endParaRPr sz="840"/>
          </a:p>
        </p:txBody>
      </p:sp>
      <p:sp>
        <p:nvSpPr>
          <p:cNvPr id="12" name="Text 10">
            <a:extLst xmlns:a="http://schemas.openxmlformats.org/drawingml/2006/main">
              <a:ext uri="{FF2B5EF4-FFF2-40B4-BE49-F238E27FC236}">
                <a16:creationId xmlns:a16="http://schemas.microsoft.com/office/drawing/2014/main" id="{1E33E04E-F311-4DBA-93F6-22E3E4E173C2}"/>
              </a:ext>
            </a:extLst>
          </p:cNvPr>
          <p:cNvSpPr>
            <a:spLocks xmlns:a="http://schemas.openxmlformats.org/drawingml/2006/main" noGrp="1"/>
          </p:cNvSpPr>
          <p:nvPr/>
        </p:nvSpPr>
        <p:spPr>
          <a:xfrm xmlns:a="http://schemas.openxmlformats.org/drawingml/2006/main">
            <a:off x="640080" y="2176272"/>
            <a:ext cx="160934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74667"/>
          </a:bodyPr>
          <a:lstStyle xmlns:a="http://schemas.openxmlformats.org/drawingml/2006/main"/>
          <a:p xmlns:a="http://schemas.openxmlformats.org/drawingml/2006/main">
            <a:pPr marL="0" indent="0">
              <a:buNone/>
            </a:pPr>
            <a:r>
              <a:rPr sz="1125" b="1">
                <a:solidFill>
                  <a:srgbClr val="0B1F3A"/>
                </a:solidFill>
                <a:latin typeface="NanumGothic"/>
                <a:ea typeface="NanumGothic"/>
                <a:cs typeface="NanumGothic"/>
              </a:rPr>
              <a:t>실시간 데이터</a:t>
            </a:r>
            <a:endParaRPr sz="1220"/>
          </a:p>
          <a:p xmlns:a="http://schemas.openxmlformats.org/drawingml/2006/main">
            <a:pPr marL="0" indent="0">
              <a:buNone/>
            </a:pPr>
            <a:r>
              <a:rPr sz="1125" b="1">
                <a:solidFill>
                  <a:srgbClr val="0B1F3A"/>
                </a:solidFill>
                <a:latin typeface="NanumGothic"/>
                <a:ea typeface="NanumGothic"/>
                <a:cs typeface="NanumGothic"/>
              </a:rPr>
              <a:t>미연결</a:t>
            </a:r>
            <a:endParaRPr sz="1220"/>
          </a:p>
        </p:txBody>
      </p:sp>
      <p:sp>
        <p:nvSpPr>
          <p:cNvPr id="13" name="Text 11">
            <a:extLst xmlns:a="http://schemas.openxmlformats.org/drawingml/2006/main">
              <a:ext uri="{FF2B5EF4-FFF2-40B4-BE49-F238E27FC236}">
                <a16:creationId xmlns:a16="http://schemas.microsoft.com/office/drawing/2014/main" id="{6D93AE9F-782A-43DC-B518-F3C60A152040}"/>
              </a:ext>
            </a:extLst>
          </p:cNvPr>
          <p:cNvSpPr>
            <a:spLocks xmlns:a="http://schemas.openxmlformats.org/drawingml/2006/main" noGrp="1"/>
          </p:cNvSpPr>
          <p:nvPr/>
        </p:nvSpPr>
        <p:spPr>
          <a:xfrm xmlns:a="http://schemas.openxmlformats.org/drawingml/2006/main">
            <a:off x="640080" y="2487168"/>
            <a:ext cx="1609344" cy="1737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675" b="1">
                <a:solidFill>
                  <a:srgbClr val="0A7C50"/>
                </a:solidFill>
                <a:latin typeface="NanumGothic"/>
                <a:ea typeface="NanumGothic"/>
                <a:cs typeface="NanumGothic"/>
              </a:rPr>
              <a:t>담당자 확인 필요</a:t>
            </a:r>
            <a:endParaRPr sz="920"/>
          </a:p>
        </p:txBody>
      </p:sp>
      <p:sp>
        <p:nvSpPr>
          <p:cNvPr id="14" name="Shape 12">
            <a:extLst xmlns:a="http://schemas.openxmlformats.org/drawingml/2006/main">
              <a:ext uri="{FF2B5EF4-FFF2-40B4-BE49-F238E27FC236}">
                <a16:creationId xmlns:a16="http://schemas.microsoft.com/office/drawing/2014/main" id="{DB2647F0-59B5-45E7-BD12-537C1D2A87AB}"/>
              </a:ext>
            </a:extLst>
          </p:cNvPr>
          <p:cNvSpPr>
            <a:spLocks xmlns:a="http://schemas.openxmlformats.org/drawingml/2006/main" noGrp="1"/>
          </p:cNvSpPr>
          <p:nvPr/>
        </p:nvSpPr>
        <p:spPr>
          <a:xfrm xmlns:a="http://schemas.openxmlformats.org/drawingml/2006/main">
            <a:off x="2542032" y="1755648"/>
            <a:ext cx="1883664" cy="1060704"/>
          </a:xfrm>
          <a:prstGeom xmlns:a="http://schemas.openxmlformats.org/drawingml/2006/main" prst="roundRect">
            <a:avLst>
              <a:gd name="adj" fmla="val 6897"/>
            </a:avLst>
          </a:prstGeom>
          <a:solidFill xmlns:a="http://schemas.openxmlformats.org/drawingml/2006/main">
            <a:srgbClr val="E8F8F1"/>
          </a:solidFill>
          <a:ln xmlns:a="http://schemas.openxmlformats.org/drawingml/2006/main" w="10160">
            <a:solidFill>
              <a:srgbClr val="E8F8F1"/>
            </a:solidFill>
            <a:prstDash val="solid"/>
          </a:ln>
        </p:spPr>
      </p:sp>
      <p:sp>
        <p:nvSpPr>
          <p:cNvPr id="15" name="Text 13">
            <a:extLst xmlns:a="http://schemas.openxmlformats.org/drawingml/2006/main">
              <a:ext uri="{FF2B5EF4-FFF2-40B4-BE49-F238E27FC236}">
                <a16:creationId xmlns:a16="http://schemas.microsoft.com/office/drawing/2014/main" id="{99906627-EDDA-4B1C-AEEB-1FAEC6EF05B7}"/>
              </a:ext>
            </a:extLst>
          </p:cNvPr>
          <p:cNvSpPr>
            <a:spLocks xmlns:a="http://schemas.openxmlformats.org/drawingml/2006/main" noGrp="1"/>
          </p:cNvSpPr>
          <p:nvPr/>
        </p:nvSpPr>
        <p:spPr>
          <a:xfrm xmlns:a="http://schemas.openxmlformats.org/drawingml/2006/main">
            <a:off x="2679192" y="1901952"/>
            <a:ext cx="1609344"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50" b="1">
                <a:solidFill>
                  <a:srgbClr val="667085"/>
                </a:solidFill>
                <a:latin typeface="NanumGothic"/>
                <a:ea typeface="NanumGothic"/>
                <a:cs typeface="NanumGothic"/>
              </a:rPr>
              <a:t>적용 범위</a:t>
            </a:r>
            <a:endParaRPr sz="840"/>
          </a:p>
        </p:txBody>
      </p:sp>
      <p:sp>
        <p:nvSpPr>
          <p:cNvPr id="16" name="Text 14">
            <a:extLst xmlns:a="http://schemas.openxmlformats.org/drawingml/2006/main">
              <a:ext uri="{FF2B5EF4-FFF2-40B4-BE49-F238E27FC236}">
                <a16:creationId xmlns:a16="http://schemas.microsoft.com/office/drawing/2014/main" id="{20595C90-04E6-42EA-8545-3D6EEA252E99}"/>
              </a:ext>
            </a:extLst>
          </p:cNvPr>
          <p:cNvSpPr>
            <a:spLocks xmlns:a="http://schemas.openxmlformats.org/drawingml/2006/main" noGrp="1"/>
          </p:cNvSpPr>
          <p:nvPr/>
        </p:nvSpPr>
        <p:spPr>
          <a:xfrm xmlns:a="http://schemas.openxmlformats.org/drawingml/2006/main">
            <a:off x="2679192" y="2176272"/>
            <a:ext cx="160934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74667"/>
          </a:bodyPr>
          <a:lstStyle xmlns:a="http://schemas.openxmlformats.org/drawingml/2006/main"/>
          <a:p xmlns:a="http://schemas.openxmlformats.org/drawingml/2006/main">
            <a:pPr marL="0" indent="0">
              <a:buNone/>
            </a:pPr>
            <a:r>
              <a:rPr sz="1125" b="1">
                <a:solidFill>
                  <a:srgbClr val="0B1F3A"/>
                </a:solidFill>
                <a:latin typeface="NanumGothic"/>
                <a:ea typeface="NanumGothic"/>
                <a:cs typeface="NanumGothic"/>
              </a:rPr>
              <a:t>대표 회랑·</a:t>
            </a:r>
            <a:endParaRPr sz="1220"/>
          </a:p>
          <a:p xmlns:a="http://schemas.openxmlformats.org/drawingml/2006/main">
            <a:pPr marL="0" indent="0">
              <a:buNone/>
            </a:pPr>
            <a:r>
              <a:rPr sz="1125" b="1">
                <a:solidFill>
                  <a:srgbClr val="0B1F3A"/>
                </a:solidFill>
                <a:latin typeface="NanumGothic"/>
                <a:ea typeface="NanumGothic"/>
                <a:cs typeface="NanumGothic"/>
              </a:rPr>
              <a:t>데모 화주 중심</a:t>
            </a:r>
            <a:endParaRPr sz="1220"/>
          </a:p>
        </p:txBody>
      </p:sp>
      <p:sp>
        <p:nvSpPr>
          <p:cNvPr id="17" name="Text 15">
            <a:extLst xmlns:a="http://schemas.openxmlformats.org/drawingml/2006/main">
              <a:ext uri="{FF2B5EF4-FFF2-40B4-BE49-F238E27FC236}">
                <a16:creationId xmlns:a16="http://schemas.microsoft.com/office/drawing/2014/main" id="{D16C9E0B-FBDB-4545-9A57-1A3D4F6B26BE}"/>
              </a:ext>
            </a:extLst>
          </p:cNvPr>
          <p:cNvSpPr>
            <a:spLocks xmlns:a="http://schemas.openxmlformats.org/drawingml/2006/main" noGrp="1"/>
          </p:cNvSpPr>
          <p:nvPr/>
        </p:nvSpPr>
        <p:spPr>
          <a:xfrm xmlns:a="http://schemas.openxmlformats.org/drawingml/2006/main">
            <a:off x="2679192" y="2487168"/>
            <a:ext cx="1609344" cy="1737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675" b="1">
                <a:solidFill>
                  <a:srgbClr val="0A7C50"/>
                </a:solidFill>
                <a:latin typeface="NanumGothic"/>
                <a:ea typeface="NanumGothic"/>
                <a:cs typeface="NanumGothic"/>
              </a:rPr>
              <a:t>확장 검증 필요</a:t>
            </a:r>
            <a:endParaRPr sz="920"/>
          </a:p>
        </p:txBody>
      </p:sp>
      <p:sp>
        <p:nvSpPr>
          <p:cNvPr id="18" name="Shape 16">
            <a:extLst xmlns:a="http://schemas.openxmlformats.org/drawingml/2006/main">
              <a:ext uri="{FF2B5EF4-FFF2-40B4-BE49-F238E27FC236}">
                <a16:creationId xmlns:a16="http://schemas.microsoft.com/office/drawing/2014/main" id="{57EF53DA-CB67-4420-AB6D-B58752925631}"/>
              </a:ext>
            </a:extLst>
          </p:cNvPr>
          <p:cNvSpPr>
            <a:spLocks xmlns:a="http://schemas.openxmlformats.org/drawingml/2006/main" noGrp="1"/>
          </p:cNvSpPr>
          <p:nvPr/>
        </p:nvSpPr>
        <p:spPr>
          <a:xfrm xmlns:a="http://schemas.openxmlformats.org/drawingml/2006/main">
            <a:off x="4581144" y="1755648"/>
            <a:ext cx="1883664" cy="1060704"/>
          </a:xfrm>
          <a:prstGeom xmlns:a="http://schemas.openxmlformats.org/drawingml/2006/main" prst="roundRect">
            <a:avLst>
              <a:gd name="adj" fmla="val 6897"/>
            </a:avLst>
          </a:prstGeom>
          <a:solidFill xmlns:a="http://schemas.openxmlformats.org/drawingml/2006/main">
            <a:srgbClr val="FFF3DC"/>
          </a:solidFill>
          <a:ln xmlns:a="http://schemas.openxmlformats.org/drawingml/2006/main" w="10160">
            <a:solidFill>
              <a:srgbClr val="FFF3DC"/>
            </a:solidFill>
            <a:prstDash val="solid"/>
          </a:ln>
        </p:spPr>
      </p:sp>
      <p:sp>
        <p:nvSpPr>
          <p:cNvPr id="19" name="Text 17">
            <a:extLst xmlns:a="http://schemas.openxmlformats.org/drawingml/2006/main">
              <a:ext uri="{FF2B5EF4-FFF2-40B4-BE49-F238E27FC236}">
                <a16:creationId xmlns:a16="http://schemas.microsoft.com/office/drawing/2014/main" id="{8A941045-96BB-4F20-A7E4-0CAE65A96889}"/>
              </a:ext>
            </a:extLst>
          </p:cNvPr>
          <p:cNvSpPr>
            <a:spLocks xmlns:a="http://schemas.openxmlformats.org/drawingml/2006/main" noGrp="1"/>
          </p:cNvSpPr>
          <p:nvPr/>
        </p:nvSpPr>
        <p:spPr>
          <a:xfrm xmlns:a="http://schemas.openxmlformats.org/drawingml/2006/main">
            <a:off x="4718304" y="1901952"/>
            <a:ext cx="1609344"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50" b="1">
                <a:solidFill>
                  <a:srgbClr val="667085"/>
                </a:solidFill>
                <a:latin typeface="NanumGothic"/>
                <a:ea typeface="NanumGothic"/>
                <a:cs typeface="NanumGothic"/>
              </a:rPr>
              <a:t>제도·권한</a:t>
            </a:r>
            <a:endParaRPr sz="840"/>
          </a:p>
        </p:txBody>
      </p:sp>
      <p:sp>
        <p:nvSpPr>
          <p:cNvPr id="20" name="Text 18">
            <a:extLst xmlns:a="http://schemas.openxmlformats.org/drawingml/2006/main">
              <a:ext uri="{FF2B5EF4-FFF2-40B4-BE49-F238E27FC236}">
                <a16:creationId xmlns:a16="http://schemas.microsoft.com/office/drawing/2014/main" id="{887BD643-FAFC-492D-BAE0-4803F6C034D0}"/>
              </a:ext>
            </a:extLst>
          </p:cNvPr>
          <p:cNvSpPr>
            <a:spLocks xmlns:a="http://schemas.openxmlformats.org/drawingml/2006/main" noGrp="1"/>
          </p:cNvSpPr>
          <p:nvPr/>
        </p:nvSpPr>
        <p:spPr>
          <a:xfrm xmlns:a="http://schemas.openxmlformats.org/drawingml/2006/main">
            <a:off x="4718304" y="2176272"/>
            <a:ext cx="160934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80000"/>
          </a:bodyPr>
          <a:lstStyle xmlns:a="http://schemas.openxmlformats.org/drawingml/2006/main"/>
          <a:p xmlns:a="http://schemas.openxmlformats.org/drawingml/2006/main">
            <a:pPr marL="0" indent="0">
              <a:buNone/>
            </a:pPr>
            <a:r>
              <a:rPr sz="1050" b="1">
                <a:solidFill>
                  <a:srgbClr val="0B1F3A"/>
                </a:solidFill>
                <a:latin typeface="NanumGothic"/>
                <a:ea typeface="NanumGothic"/>
                <a:cs typeface="NanumGothic"/>
              </a:rPr>
              <a:t>예약·계약·배차</a:t>
            </a:r>
            <a:endParaRPr sz="1220"/>
          </a:p>
          <a:p xmlns:a="http://schemas.openxmlformats.org/drawingml/2006/main">
            <a:pPr marL="0" indent="0">
              <a:buNone/>
            </a:pPr>
            <a:r>
              <a:rPr sz="1050" b="1">
                <a:solidFill>
                  <a:srgbClr val="0B1F3A"/>
                </a:solidFill>
                <a:latin typeface="NanumGothic"/>
                <a:ea typeface="NanumGothic"/>
                <a:cs typeface="NanumGothic"/>
              </a:rPr>
              <a:t>자동 확정 안 함</a:t>
            </a:r>
            <a:endParaRPr sz="1220"/>
          </a:p>
        </p:txBody>
      </p:sp>
      <p:sp>
        <p:nvSpPr>
          <p:cNvPr id="21" name="Text 19">
            <a:extLst xmlns:a="http://schemas.openxmlformats.org/drawingml/2006/main">
              <a:ext uri="{FF2B5EF4-FFF2-40B4-BE49-F238E27FC236}">
                <a16:creationId xmlns:a16="http://schemas.microsoft.com/office/drawing/2014/main" id="{F6CD3AD8-7760-4768-BA3A-FA9A2DF52B12}"/>
              </a:ext>
            </a:extLst>
          </p:cNvPr>
          <p:cNvSpPr>
            <a:spLocks xmlns:a="http://schemas.openxmlformats.org/drawingml/2006/main" noGrp="1"/>
          </p:cNvSpPr>
          <p:nvPr/>
        </p:nvSpPr>
        <p:spPr>
          <a:xfrm xmlns:a="http://schemas.openxmlformats.org/drawingml/2006/main">
            <a:off x="4718304" y="2487168"/>
            <a:ext cx="1609344" cy="1737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675" b="1">
                <a:solidFill>
                  <a:srgbClr val="9B6200"/>
                </a:solidFill>
                <a:latin typeface="NanumGothic"/>
                <a:ea typeface="NanumGothic"/>
                <a:cs typeface="NanumGothic"/>
              </a:rPr>
              <a:t>사람 승인 유지</a:t>
            </a:r>
            <a:endParaRPr sz="920"/>
          </a:p>
        </p:txBody>
      </p:sp>
      <p:sp>
        <p:nvSpPr>
          <p:cNvPr id="22" name="Shape 20">
            <a:extLst xmlns:a="http://schemas.openxmlformats.org/drawingml/2006/main">
              <a:ext uri="{FF2B5EF4-FFF2-40B4-BE49-F238E27FC236}">
                <a16:creationId xmlns:a16="http://schemas.microsoft.com/office/drawing/2014/main" id="{8AFBC0B3-49E1-443C-B928-D008FF2E5227}"/>
              </a:ext>
            </a:extLst>
          </p:cNvPr>
          <p:cNvSpPr>
            <a:spLocks xmlns:a="http://schemas.openxmlformats.org/drawingml/2006/main" noGrp="1"/>
          </p:cNvSpPr>
          <p:nvPr/>
        </p:nvSpPr>
        <p:spPr>
          <a:xfrm xmlns:a="http://schemas.openxmlformats.org/drawingml/2006/main">
            <a:off x="6620256" y="1755648"/>
            <a:ext cx="1883664" cy="1060704"/>
          </a:xfrm>
          <a:prstGeom xmlns:a="http://schemas.openxmlformats.org/drawingml/2006/main" prst="roundRect">
            <a:avLst>
              <a:gd name="adj" fmla="val 6897"/>
            </a:avLst>
          </a:prstGeom>
          <a:solidFill xmlns:a="http://schemas.openxmlformats.org/drawingml/2006/main">
            <a:srgbClr val="EAF2FF"/>
          </a:solidFill>
          <a:ln xmlns:a="http://schemas.openxmlformats.org/drawingml/2006/main" w="10160">
            <a:solidFill>
              <a:srgbClr val="EAF2FF"/>
            </a:solidFill>
            <a:prstDash val="solid"/>
          </a:ln>
        </p:spPr>
      </p:sp>
      <p:sp>
        <p:nvSpPr>
          <p:cNvPr id="23" name="Text 21">
            <a:extLst xmlns:a="http://schemas.openxmlformats.org/drawingml/2006/main">
              <a:ext uri="{FF2B5EF4-FFF2-40B4-BE49-F238E27FC236}">
                <a16:creationId xmlns:a16="http://schemas.microsoft.com/office/drawing/2014/main" id="{148FC115-602A-440C-9C94-DC35DC237029}"/>
              </a:ext>
            </a:extLst>
          </p:cNvPr>
          <p:cNvSpPr>
            <a:spLocks xmlns:a="http://schemas.openxmlformats.org/drawingml/2006/main" noGrp="1"/>
          </p:cNvSpPr>
          <p:nvPr/>
        </p:nvSpPr>
        <p:spPr>
          <a:xfrm xmlns:a="http://schemas.openxmlformats.org/drawingml/2006/main">
            <a:off x="6757416" y="1901952"/>
            <a:ext cx="1609344"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50" b="1">
                <a:solidFill>
                  <a:srgbClr val="667085"/>
                </a:solidFill>
                <a:latin typeface="NanumGothic"/>
                <a:ea typeface="NanumGothic"/>
                <a:cs typeface="NanumGothic"/>
              </a:rPr>
              <a:t>학습 데이터</a:t>
            </a:r>
            <a:endParaRPr sz="840"/>
          </a:p>
        </p:txBody>
      </p:sp>
      <p:sp>
        <p:nvSpPr>
          <p:cNvPr id="24" name="Text 22">
            <a:extLst xmlns:a="http://schemas.openxmlformats.org/drawingml/2006/main">
              <a:ext uri="{FF2B5EF4-FFF2-40B4-BE49-F238E27FC236}">
                <a16:creationId xmlns:a16="http://schemas.microsoft.com/office/drawing/2014/main" id="{2C6E7953-03F1-4980-ADF8-C7AA957E674F}"/>
              </a:ext>
            </a:extLst>
          </p:cNvPr>
          <p:cNvSpPr>
            <a:spLocks xmlns:a="http://schemas.openxmlformats.org/drawingml/2006/main" noGrp="1"/>
          </p:cNvSpPr>
          <p:nvPr/>
        </p:nvSpPr>
        <p:spPr>
          <a:xfrm xmlns:a="http://schemas.openxmlformats.org/drawingml/2006/main">
            <a:off x="6757416" y="2176272"/>
            <a:ext cx="160934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74667"/>
          </a:bodyPr>
          <a:lstStyle xmlns:a="http://schemas.openxmlformats.org/drawingml/2006/main"/>
          <a:p xmlns:a="http://schemas.openxmlformats.org/drawingml/2006/main">
            <a:pPr marL="0" indent="0">
              <a:buNone/>
            </a:pPr>
            <a:r>
              <a:rPr sz="1125" b="1">
                <a:solidFill>
                  <a:srgbClr val="0B1F3A"/>
                </a:solidFill>
                <a:latin typeface="NanumGothic"/>
                <a:ea typeface="NanumGothic"/>
                <a:cs typeface="NanumGothic"/>
              </a:rPr>
              <a:t>거절·이탈 사례</a:t>
            </a:r>
            <a:endParaRPr sz="1220"/>
          </a:p>
          <a:p xmlns:a="http://schemas.openxmlformats.org/drawingml/2006/main">
            <a:pPr marL="0" indent="0">
              <a:buNone/>
            </a:pPr>
            <a:r>
              <a:rPr sz="1125" b="1">
                <a:solidFill>
                  <a:srgbClr val="0B1F3A"/>
                </a:solidFill>
                <a:latin typeface="NanumGothic"/>
                <a:ea typeface="NanumGothic"/>
                <a:cs typeface="NanumGothic"/>
              </a:rPr>
              <a:t>축적 초기</a:t>
            </a:r>
            <a:endParaRPr sz="1220"/>
          </a:p>
        </p:txBody>
      </p:sp>
      <p:sp>
        <p:nvSpPr>
          <p:cNvPr id="25" name="Text 23">
            <a:extLst xmlns:a="http://schemas.openxmlformats.org/drawingml/2006/main">
              <a:ext uri="{FF2B5EF4-FFF2-40B4-BE49-F238E27FC236}">
                <a16:creationId xmlns:a16="http://schemas.microsoft.com/office/drawing/2014/main" id="{A54A033E-0E70-4695-AB89-7F6D6F9C017B}"/>
              </a:ext>
            </a:extLst>
          </p:cNvPr>
          <p:cNvSpPr>
            <a:spLocks xmlns:a="http://schemas.openxmlformats.org/drawingml/2006/main" noGrp="1"/>
          </p:cNvSpPr>
          <p:nvPr/>
        </p:nvSpPr>
        <p:spPr>
          <a:xfrm xmlns:a="http://schemas.openxmlformats.org/drawingml/2006/main">
            <a:off x="6757416" y="2487168"/>
            <a:ext cx="1609344" cy="1737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675" b="1">
                <a:solidFill>
                  <a:srgbClr val="0F5AC7"/>
                </a:solidFill>
                <a:latin typeface="NanumGothic"/>
                <a:ea typeface="NanumGothic"/>
                <a:cs typeface="NanumGothic"/>
              </a:rPr>
              <a:t>사유 품질 개선</a:t>
            </a:r>
            <a:endParaRPr sz="920"/>
          </a:p>
        </p:txBody>
      </p:sp>
      <p:sp>
        <p:nvSpPr>
          <p:cNvPr id="26" name="Shape 24">
            <a:extLst xmlns:a="http://schemas.openxmlformats.org/drawingml/2006/main">
              <a:ext uri="{FF2B5EF4-FFF2-40B4-BE49-F238E27FC236}">
                <a16:creationId xmlns:a16="http://schemas.microsoft.com/office/drawing/2014/main" id="{22DA09E1-33B2-4F86-B7D1-F608D36F3D64}"/>
              </a:ext>
            </a:extLst>
          </p:cNvPr>
          <p:cNvSpPr>
            <a:spLocks xmlns:a="http://schemas.openxmlformats.org/drawingml/2006/main" noGrp="1"/>
          </p:cNvSpPr>
          <p:nvPr/>
        </p:nvSpPr>
        <p:spPr>
          <a:xfrm xmlns:a="http://schemas.openxmlformats.org/drawingml/2006/main">
            <a:off x="502920" y="2999232"/>
            <a:ext cx="8138160" cy="420624"/>
          </a:xfrm>
          <a:prstGeom xmlns:a="http://schemas.openxmlformats.org/drawingml/2006/main" prst="roundRect">
            <a:avLst>
              <a:gd name="adj" fmla="val 17391"/>
            </a:avLst>
          </a:prstGeom>
          <a:solidFill xmlns:a="http://schemas.openxmlformats.org/drawingml/2006/main">
            <a:srgbClr val="0B1F3A"/>
          </a:solidFill>
          <a:ln xmlns:a="http://schemas.openxmlformats.org/drawingml/2006/main" w="10160">
            <a:solidFill>
              <a:srgbClr val="0B1F3A"/>
            </a:solidFill>
            <a:prstDash val="solid"/>
          </a:ln>
        </p:spPr>
      </p:sp>
      <p:sp>
        <p:nvSpPr>
          <p:cNvPr id="27" name="Text 25">
            <a:extLst xmlns:a="http://schemas.openxmlformats.org/drawingml/2006/main">
              <a:ext uri="{FF2B5EF4-FFF2-40B4-BE49-F238E27FC236}">
                <a16:creationId xmlns:a16="http://schemas.microsoft.com/office/drawing/2014/main" id="{5A157D42-2782-496D-A740-269C605F22CA}"/>
              </a:ext>
            </a:extLst>
          </p:cNvPr>
          <p:cNvSpPr>
            <a:spLocks xmlns:a="http://schemas.openxmlformats.org/drawingml/2006/main" noGrp="1"/>
          </p:cNvSpPr>
          <p:nvPr/>
        </p:nvSpPr>
        <p:spPr>
          <a:xfrm xmlns:a="http://schemas.openxmlformats.org/drawingml/2006/main">
            <a:off x="713232" y="3099816"/>
            <a:ext cx="93268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675" b="1" spc="70">
                <a:solidFill>
                  <a:srgbClr val="39D98A"/>
                </a:solidFill>
                <a:latin typeface="NanumGothic"/>
                <a:ea typeface="NanumGothic"/>
                <a:cs typeface="NanumGothic"/>
              </a:rPr>
              <a:t>IMPROVEMENT</a:t>
            </a:r>
            <a:endParaRPr sz="850"/>
          </a:p>
        </p:txBody>
      </p:sp>
      <p:sp>
        <p:nvSpPr>
          <p:cNvPr id="28" name="Text 26">
            <a:extLst xmlns:a="http://schemas.openxmlformats.org/drawingml/2006/main">
              <a:ext uri="{FF2B5EF4-FFF2-40B4-BE49-F238E27FC236}">
                <a16:creationId xmlns:a16="http://schemas.microsoft.com/office/drawing/2014/main" id="{99038C4D-A976-4AEB-A1E8-D35D2474E1C6}"/>
              </a:ext>
            </a:extLst>
          </p:cNvPr>
          <p:cNvSpPr>
            <a:spLocks xmlns:a="http://schemas.openxmlformats.org/drawingml/2006/main" noGrp="1"/>
          </p:cNvSpPr>
          <p:nvPr/>
        </p:nvSpPr>
        <p:spPr>
          <a:xfrm xmlns:a="http://schemas.openxmlformats.org/drawingml/2006/main">
            <a:off x="1746504" y="3081528"/>
            <a:ext cx="254203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75" b="1">
                <a:solidFill>
                  <a:srgbClr val="FFFFFF"/>
                </a:solidFill>
                <a:latin typeface="NanumGothic"/>
                <a:ea typeface="NanumGothic"/>
                <a:cs typeface="NanumGothic"/>
              </a:rPr>
              <a:t>정확한 근거 · 사람 승인 · 실패 사유 학습</a:t>
            </a:r>
            <a:endParaRPr sz="1070"/>
          </a:p>
        </p:txBody>
      </p:sp>
      <p:sp>
        <p:nvSpPr>
          <p:cNvPr id="29" name="Text 27">
            <a:extLst xmlns:a="http://schemas.openxmlformats.org/drawingml/2006/main">
              <a:ext uri="{FF2B5EF4-FFF2-40B4-BE49-F238E27FC236}">
                <a16:creationId xmlns:a16="http://schemas.microsoft.com/office/drawing/2014/main" id="{FE2771A7-A338-4944-998C-7AF45308B554}"/>
              </a:ext>
            </a:extLst>
          </p:cNvPr>
          <p:cNvSpPr>
            <a:spLocks xmlns:a="http://schemas.openxmlformats.org/drawingml/2006/main" noGrp="1"/>
          </p:cNvSpPr>
          <p:nvPr/>
        </p:nvSpPr>
        <p:spPr>
          <a:xfrm xmlns:a="http://schemas.openxmlformats.org/drawingml/2006/main">
            <a:off x="4306824" y="3081528"/>
            <a:ext cx="411480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788">
                <a:solidFill>
                  <a:srgbClr val="C8D7EA"/>
                </a:solidFill>
                <a:latin typeface="NanumGothic"/>
                <a:ea typeface="NanumGothic"/>
                <a:cs typeface="NanumGothic"/>
              </a:rPr>
              <a:t>속도보다 운영 신뢰를 우선하고, 확인 필요 상태와 다음 행동을 모든 제안에 함께 표시</a:t>
            </a:r>
            <a:endParaRPr sz="800"/>
          </a:p>
        </p:txBody>
      </p:sp>
      <p:sp>
        <p:nvSpPr>
          <p:cNvPr id="30" name="Shape 28">
            <a:extLst xmlns:a="http://schemas.openxmlformats.org/drawingml/2006/main">
              <a:ext uri="{FF2B5EF4-FFF2-40B4-BE49-F238E27FC236}">
                <a16:creationId xmlns:a16="http://schemas.microsoft.com/office/drawing/2014/main" id="{0A25F3EE-0FC2-457F-BCDC-7FA3AFEEB84E}"/>
              </a:ext>
            </a:extLst>
          </p:cNvPr>
          <p:cNvSpPr>
            <a:spLocks xmlns:a="http://schemas.openxmlformats.org/drawingml/2006/main" noGrp="1"/>
          </p:cNvSpPr>
          <p:nvPr/>
        </p:nvSpPr>
        <p:spPr>
          <a:xfrm xmlns:a="http://schemas.openxmlformats.org/drawingml/2006/main">
            <a:off x="502920" y="3611880"/>
            <a:ext cx="3886200" cy="1984248"/>
          </a:xfrm>
          <a:prstGeom xmlns:a="http://schemas.openxmlformats.org/drawingml/2006/main" prst="roundRect">
            <a:avLst>
              <a:gd name="adj" fmla="val 3687"/>
            </a:avLst>
          </a:prstGeom>
          <a:solidFill xmlns:a="http://schemas.openxmlformats.org/drawingml/2006/main">
            <a:srgbClr val="FFFFFF"/>
          </a:solidFill>
          <a:ln xmlns:a="http://schemas.openxmlformats.org/drawingml/2006/main" w="10160">
            <a:solidFill>
              <a:srgbClr val="D7DFEA"/>
            </a:solidFill>
            <a:prstDash val="solid"/>
          </a:ln>
        </p:spPr>
      </p:sp>
      <p:sp>
        <p:nvSpPr>
          <p:cNvPr id="31" name="Text 29">
            <a:extLst xmlns:a="http://schemas.openxmlformats.org/drawingml/2006/main">
              <a:ext uri="{FF2B5EF4-FFF2-40B4-BE49-F238E27FC236}">
                <a16:creationId xmlns:a16="http://schemas.microsoft.com/office/drawing/2014/main" id="{95C0E8D3-43ED-41B8-B758-F59D3806B591}"/>
              </a:ext>
            </a:extLst>
          </p:cNvPr>
          <p:cNvSpPr>
            <a:spLocks xmlns:a="http://schemas.openxmlformats.org/drawingml/2006/main" noGrp="1"/>
          </p:cNvSpPr>
          <p:nvPr/>
        </p:nvSpPr>
        <p:spPr>
          <a:xfrm xmlns:a="http://schemas.openxmlformats.org/drawingml/2006/main">
            <a:off x="731520" y="3822192"/>
            <a:ext cx="1600200" cy="2468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25" b="1">
                <a:solidFill>
                  <a:srgbClr val="0B1F3A"/>
                </a:solidFill>
                <a:latin typeface="NanumGothic"/>
                <a:ea typeface="NanumGothic"/>
                <a:cs typeface="NanumGothic"/>
              </a:rPr>
              <a:t>향후 개선 항목</a:t>
            </a:r>
            <a:endParaRPr sz="1250"/>
          </a:p>
        </p:txBody>
      </p:sp>
      <p:sp>
        <p:nvSpPr>
          <p:cNvPr id="32" name="Shape 30">
            <a:extLst xmlns:a="http://schemas.openxmlformats.org/drawingml/2006/main">
              <a:ext uri="{FF2B5EF4-FFF2-40B4-BE49-F238E27FC236}">
                <a16:creationId xmlns:a16="http://schemas.microsoft.com/office/drawing/2014/main" id="{5FF8B5CC-9FF5-41D9-8314-F51E42F16750}"/>
              </a:ext>
            </a:extLst>
          </p:cNvPr>
          <p:cNvSpPr>
            <a:spLocks xmlns:a="http://schemas.openxmlformats.org/drawingml/2006/main" noGrp="1"/>
          </p:cNvSpPr>
          <p:nvPr/>
        </p:nvSpPr>
        <p:spPr>
          <a:xfrm xmlns:a="http://schemas.openxmlformats.org/drawingml/2006/main">
            <a:off x="3017520" y="3794760"/>
            <a:ext cx="1115568" cy="237744"/>
          </a:xfrm>
          <a:prstGeom xmlns:a="http://schemas.openxmlformats.org/drawingml/2006/main" prst="roundRect">
            <a:avLst>
              <a:gd name="adj" fmla="val 30769"/>
            </a:avLst>
          </a:prstGeom>
          <a:solidFill xmlns:a="http://schemas.openxmlformats.org/drawingml/2006/main">
            <a:srgbClr val="FFF3DC"/>
          </a:solidFill>
          <a:ln xmlns:a="http://schemas.openxmlformats.org/drawingml/2006/main" w="12700">
            <a:solidFill>
              <a:srgbClr val="FFF3DC"/>
            </a:solidFill>
            <a:prstDash val="solid"/>
          </a:ln>
        </p:spPr>
      </p:sp>
      <p:sp>
        <p:nvSpPr>
          <p:cNvPr id="33" name="Text 31">
            <a:extLst xmlns:a="http://schemas.openxmlformats.org/drawingml/2006/main">
              <a:ext uri="{FF2B5EF4-FFF2-40B4-BE49-F238E27FC236}">
                <a16:creationId xmlns:a16="http://schemas.microsoft.com/office/drawing/2014/main" id="{D572EC0C-0781-45A6-A8BB-145B10268F20}"/>
              </a:ext>
            </a:extLst>
          </p:cNvPr>
          <p:cNvSpPr>
            <a:spLocks xmlns:a="http://schemas.openxmlformats.org/drawingml/2006/main" noGrp="1"/>
          </p:cNvSpPr>
          <p:nvPr/>
        </p:nvSpPr>
        <p:spPr>
          <a:xfrm xmlns:a="http://schemas.openxmlformats.org/drawingml/2006/main">
            <a:off x="3090672" y="3803904"/>
            <a:ext cx="9692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675" b="1">
                <a:solidFill>
                  <a:srgbClr val="9B6200"/>
                </a:solidFill>
                <a:latin typeface="NanumGothic"/>
                <a:ea typeface="NanumGothic"/>
                <a:cs typeface="NanumGothic"/>
              </a:rPr>
              <a:t>운영 연결 중심</a:t>
            </a:r>
            <a:endParaRPr sz="740"/>
          </a:p>
        </p:txBody>
      </p:sp>
      <p:sp>
        <p:nvSpPr>
          <p:cNvPr id="34" name="Shape 32">
            <a:extLst xmlns:a="http://schemas.openxmlformats.org/drawingml/2006/main">
              <a:ext uri="{FF2B5EF4-FFF2-40B4-BE49-F238E27FC236}">
                <a16:creationId xmlns:a16="http://schemas.microsoft.com/office/drawing/2014/main" id="{1F3FF12D-B762-4ECB-B8E9-4DD3AB9DFE23}"/>
              </a:ext>
            </a:extLst>
          </p:cNvPr>
          <p:cNvSpPr>
            <a:spLocks xmlns:a="http://schemas.openxmlformats.org/drawingml/2006/main" noGrp="1"/>
          </p:cNvSpPr>
          <p:nvPr/>
        </p:nvSpPr>
        <p:spPr>
          <a:xfrm xmlns:a="http://schemas.openxmlformats.org/drawingml/2006/main">
            <a:off x="731520" y="4233672"/>
            <a:ext cx="1572768" cy="530352"/>
          </a:xfrm>
          <a:prstGeom xmlns:a="http://schemas.openxmlformats.org/drawingml/2006/main" prst="roundRect">
            <a:avLst>
              <a:gd name="adj" fmla="val 13793"/>
            </a:avLst>
          </a:prstGeom>
          <a:solidFill xmlns:a="http://schemas.openxmlformats.org/drawingml/2006/main">
            <a:srgbClr val="EEF2F8"/>
          </a:solidFill>
          <a:ln xmlns:a="http://schemas.openxmlformats.org/drawingml/2006/main" w="10160">
            <a:solidFill>
              <a:srgbClr val="EEF2F8"/>
            </a:solidFill>
            <a:prstDash val="solid"/>
          </a:ln>
        </p:spPr>
      </p:sp>
      <p:sp>
        <p:nvSpPr>
          <p:cNvPr id="35" name="Text 33">
            <a:extLst xmlns:a="http://schemas.openxmlformats.org/drawingml/2006/main">
              <a:ext uri="{FF2B5EF4-FFF2-40B4-BE49-F238E27FC236}">
                <a16:creationId xmlns:a16="http://schemas.microsoft.com/office/drawing/2014/main" id="{8F587153-3EC3-4B6E-B138-40CEBD7F86A8}"/>
              </a:ext>
            </a:extLst>
          </p:cNvPr>
          <p:cNvSpPr>
            <a:spLocks xmlns:a="http://schemas.openxmlformats.org/drawingml/2006/main" noGrp="1"/>
          </p:cNvSpPr>
          <p:nvPr/>
        </p:nvSpPr>
        <p:spPr>
          <a:xfrm xmlns:a="http://schemas.openxmlformats.org/drawingml/2006/main">
            <a:off x="850392" y="4306824"/>
            <a:ext cx="62179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75" b="1">
                <a:solidFill>
                  <a:srgbClr val="0F5AC7"/>
                </a:solidFill>
                <a:latin typeface="NanumGothic"/>
                <a:ea typeface="NanumGothic"/>
                <a:cs typeface="NanumGothic"/>
              </a:rPr>
              <a:t>실시간</a:t>
            </a:r>
            <a:endParaRPr sz="1220"/>
          </a:p>
        </p:txBody>
      </p:sp>
      <p:sp>
        <p:nvSpPr>
          <p:cNvPr id="36" name="Text 34">
            <a:extLst xmlns:a="http://schemas.openxmlformats.org/drawingml/2006/main">
              <a:ext uri="{FF2B5EF4-FFF2-40B4-BE49-F238E27FC236}">
                <a16:creationId xmlns:a16="http://schemas.microsoft.com/office/drawing/2014/main" id="{EF2727B5-B369-48BF-8D3A-4BCCCD7A5F39}"/>
              </a:ext>
            </a:extLst>
          </p:cNvPr>
          <p:cNvSpPr>
            <a:spLocks xmlns:a="http://schemas.openxmlformats.org/drawingml/2006/main" noGrp="1"/>
          </p:cNvSpPr>
          <p:nvPr/>
        </p:nvSpPr>
        <p:spPr>
          <a:xfrm xmlns:a="http://schemas.openxmlformats.org/drawingml/2006/main">
            <a:off x="1408176" y="4306824"/>
            <a:ext cx="777240" cy="2468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675" b="1">
                <a:solidFill>
                  <a:srgbClr val="667085"/>
                </a:solidFill>
                <a:latin typeface="NanumGothic"/>
                <a:ea typeface="NanumGothic"/>
                <a:cs typeface="NanumGothic"/>
              </a:rPr>
              <a:t>운임·수송력·시설</a:t>
            </a:r>
            <a:endParaRPr sz="780"/>
          </a:p>
        </p:txBody>
      </p:sp>
      <p:sp>
        <p:nvSpPr>
          <p:cNvPr id="37" name="Shape 35">
            <a:extLst xmlns:a="http://schemas.openxmlformats.org/drawingml/2006/main">
              <a:ext uri="{FF2B5EF4-FFF2-40B4-BE49-F238E27FC236}">
                <a16:creationId xmlns:a16="http://schemas.microsoft.com/office/drawing/2014/main" id="{422BF59D-B91A-418E-806D-520C4C031DF8}"/>
              </a:ext>
            </a:extLst>
          </p:cNvPr>
          <p:cNvSpPr>
            <a:spLocks xmlns:a="http://schemas.openxmlformats.org/drawingml/2006/main" noGrp="1"/>
          </p:cNvSpPr>
          <p:nvPr/>
        </p:nvSpPr>
        <p:spPr>
          <a:xfrm xmlns:a="http://schemas.openxmlformats.org/drawingml/2006/main">
            <a:off x="2459736" y="4233672"/>
            <a:ext cx="1572768" cy="530352"/>
          </a:xfrm>
          <a:prstGeom xmlns:a="http://schemas.openxmlformats.org/drawingml/2006/main" prst="roundRect">
            <a:avLst>
              <a:gd name="adj" fmla="val 13793"/>
            </a:avLst>
          </a:prstGeom>
          <a:solidFill xmlns:a="http://schemas.openxmlformats.org/drawingml/2006/main">
            <a:srgbClr val="EEF2F8"/>
          </a:solidFill>
          <a:ln xmlns:a="http://schemas.openxmlformats.org/drawingml/2006/main" w="10160">
            <a:solidFill>
              <a:srgbClr val="EEF2F8"/>
            </a:solidFill>
            <a:prstDash val="solid"/>
          </a:ln>
        </p:spPr>
      </p:sp>
      <p:sp>
        <p:nvSpPr>
          <p:cNvPr id="38" name="Text 36">
            <a:extLst xmlns:a="http://schemas.openxmlformats.org/drawingml/2006/main">
              <a:ext uri="{FF2B5EF4-FFF2-40B4-BE49-F238E27FC236}">
                <a16:creationId xmlns:a16="http://schemas.microsoft.com/office/drawing/2014/main" id="{A2742711-E8F3-4D6C-900A-87EB80028FC1}"/>
              </a:ext>
            </a:extLst>
          </p:cNvPr>
          <p:cNvSpPr>
            <a:spLocks xmlns:a="http://schemas.openxmlformats.org/drawingml/2006/main" noGrp="1"/>
          </p:cNvSpPr>
          <p:nvPr/>
        </p:nvSpPr>
        <p:spPr>
          <a:xfrm xmlns:a="http://schemas.openxmlformats.org/drawingml/2006/main">
            <a:off x="2578608" y="4306824"/>
            <a:ext cx="62179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75" b="1">
                <a:solidFill>
                  <a:srgbClr val="0F5AC7"/>
                </a:solidFill>
                <a:latin typeface="NanumGothic"/>
                <a:ea typeface="NanumGothic"/>
                <a:cs typeface="NanumGothic"/>
              </a:rPr>
              <a:t>승인</a:t>
            </a:r>
            <a:endParaRPr sz="1220"/>
          </a:p>
        </p:txBody>
      </p:sp>
      <p:sp>
        <p:nvSpPr>
          <p:cNvPr id="39" name="Text 37">
            <a:extLst xmlns:a="http://schemas.openxmlformats.org/drawingml/2006/main">
              <a:ext uri="{FF2B5EF4-FFF2-40B4-BE49-F238E27FC236}">
                <a16:creationId xmlns:a16="http://schemas.microsoft.com/office/drawing/2014/main" id="{19B8CE38-E8C2-426C-A2F1-6D5AE2AF9B88}"/>
              </a:ext>
            </a:extLst>
          </p:cNvPr>
          <p:cNvSpPr>
            <a:spLocks xmlns:a="http://schemas.openxmlformats.org/drawingml/2006/main" noGrp="1"/>
          </p:cNvSpPr>
          <p:nvPr/>
        </p:nvSpPr>
        <p:spPr>
          <a:xfrm xmlns:a="http://schemas.openxmlformats.org/drawingml/2006/main">
            <a:off x="3136392" y="4306824"/>
            <a:ext cx="777240" cy="2468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675" b="1">
                <a:solidFill>
                  <a:srgbClr val="667085"/>
                </a:solidFill>
                <a:latin typeface="NanumGothic"/>
                <a:ea typeface="NanumGothic"/>
                <a:cs typeface="NanumGothic"/>
              </a:rPr>
              <a:t>담당자·권한·감사</a:t>
            </a:r>
            <a:endParaRPr sz="780"/>
          </a:p>
        </p:txBody>
      </p:sp>
      <p:sp>
        <p:nvSpPr>
          <p:cNvPr id="40" name="Shape 38">
            <a:extLst xmlns:a="http://schemas.openxmlformats.org/drawingml/2006/main">
              <a:ext uri="{FF2B5EF4-FFF2-40B4-BE49-F238E27FC236}">
                <a16:creationId xmlns:a16="http://schemas.microsoft.com/office/drawing/2014/main" id="{704F0786-1CE6-421D-B2A4-6F466B885FEF}"/>
              </a:ext>
            </a:extLst>
          </p:cNvPr>
          <p:cNvSpPr>
            <a:spLocks xmlns:a="http://schemas.openxmlformats.org/drawingml/2006/main" noGrp="1"/>
          </p:cNvSpPr>
          <p:nvPr/>
        </p:nvSpPr>
        <p:spPr>
          <a:xfrm xmlns:a="http://schemas.openxmlformats.org/drawingml/2006/main">
            <a:off x="731520" y="4892040"/>
            <a:ext cx="1572768" cy="530352"/>
          </a:xfrm>
          <a:prstGeom xmlns:a="http://schemas.openxmlformats.org/drawingml/2006/main" prst="roundRect">
            <a:avLst>
              <a:gd name="adj" fmla="val 13793"/>
            </a:avLst>
          </a:prstGeom>
          <a:solidFill xmlns:a="http://schemas.openxmlformats.org/drawingml/2006/main">
            <a:srgbClr val="FDEBEC"/>
          </a:solidFill>
          <a:ln xmlns:a="http://schemas.openxmlformats.org/drawingml/2006/main" w="10160">
            <a:solidFill>
              <a:srgbClr val="FDEBEC"/>
            </a:solidFill>
            <a:prstDash val="solid"/>
          </a:ln>
        </p:spPr>
      </p:sp>
      <p:sp>
        <p:nvSpPr>
          <p:cNvPr id="41" name="Text 39">
            <a:extLst xmlns:a="http://schemas.openxmlformats.org/drawingml/2006/main">
              <a:ext uri="{FF2B5EF4-FFF2-40B4-BE49-F238E27FC236}">
                <a16:creationId xmlns:a16="http://schemas.microsoft.com/office/drawing/2014/main" id="{4DDF8757-CB9F-4D6C-BB90-ADD5A7F4D104}"/>
              </a:ext>
            </a:extLst>
          </p:cNvPr>
          <p:cNvSpPr>
            <a:spLocks xmlns:a="http://schemas.openxmlformats.org/drawingml/2006/main" noGrp="1"/>
          </p:cNvSpPr>
          <p:nvPr/>
        </p:nvSpPr>
        <p:spPr>
          <a:xfrm xmlns:a="http://schemas.openxmlformats.org/drawingml/2006/main">
            <a:off x="850392" y="4965192"/>
            <a:ext cx="62179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75" b="1">
                <a:solidFill>
                  <a:srgbClr val="E5484D"/>
                </a:solidFill>
                <a:latin typeface="NanumGothic"/>
                <a:ea typeface="NanumGothic"/>
                <a:cs typeface="NanumGothic"/>
              </a:rPr>
              <a:t>품질</a:t>
            </a:r>
            <a:endParaRPr sz="1220"/>
          </a:p>
        </p:txBody>
      </p:sp>
      <p:sp>
        <p:nvSpPr>
          <p:cNvPr id="42" name="Text 40">
            <a:extLst xmlns:a="http://schemas.openxmlformats.org/drawingml/2006/main">
              <a:ext uri="{FF2B5EF4-FFF2-40B4-BE49-F238E27FC236}">
                <a16:creationId xmlns:a16="http://schemas.microsoft.com/office/drawing/2014/main" id="{BE62BD49-083E-4D59-8543-7639E75358D1}"/>
              </a:ext>
            </a:extLst>
          </p:cNvPr>
          <p:cNvSpPr>
            <a:spLocks xmlns:a="http://schemas.openxmlformats.org/drawingml/2006/main" noGrp="1"/>
          </p:cNvSpPr>
          <p:nvPr/>
        </p:nvSpPr>
        <p:spPr>
          <a:xfrm xmlns:a="http://schemas.openxmlformats.org/drawingml/2006/main">
            <a:off x="1408176" y="4965192"/>
            <a:ext cx="777240" cy="2468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675" b="1">
                <a:solidFill>
                  <a:srgbClr val="667085"/>
                </a:solidFill>
                <a:latin typeface="NanumGothic"/>
                <a:ea typeface="NanumGothic"/>
                <a:cs typeface="NanumGothic"/>
              </a:rPr>
              <a:t>사유·기준일·버전</a:t>
            </a:r>
            <a:endParaRPr sz="780"/>
          </a:p>
        </p:txBody>
      </p:sp>
      <p:sp>
        <p:nvSpPr>
          <p:cNvPr id="43" name="Shape 41">
            <a:extLst xmlns:a="http://schemas.openxmlformats.org/drawingml/2006/main">
              <a:ext uri="{FF2B5EF4-FFF2-40B4-BE49-F238E27FC236}">
                <a16:creationId xmlns:a16="http://schemas.microsoft.com/office/drawing/2014/main" id="{F76A7B39-52CD-404B-A464-5FB6C236A00B}"/>
              </a:ext>
            </a:extLst>
          </p:cNvPr>
          <p:cNvSpPr>
            <a:spLocks xmlns:a="http://schemas.openxmlformats.org/drawingml/2006/main" noGrp="1"/>
          </p:cNvSpPr>
          <p:nvPr/>
        </p:nvSpPr>
        <p:spPr>
          <a:xfrm xmlns:a="http://schemas.openxmlformats.org/drawingml/2006/main">
            <a:off x="2459736" y="4892040"/>
            <a:ext cx="1572768" cy="530352"/>
          </a:xfrm>
          <a:prstGeom xmlns:a="http://schemas.openxmlformats.org/drawingml/2006/main" prst="roundRect">
            <a:avLst>
              <a:gd name="adj" fmla="val 13793"/>
            </a:avLst>
          </a:prstGeom>
          <a:solidFill xmlns:a="http://schemas.openxmlformats.org/drawingml/2006/main">
            <a:srgbClr val="EEF2F8"/>
          </a:solidFill>
          <a:ln xmlns:a="http://schemas.openxmlformats.org/drawingml/2006/main" w="10160">
            <a:solidFill>
              <a:srgbClr val="EEF2F8"/>
            </a:solidFill>
            <a:prstDash val="solid"/>
          </a:ln>
        </p:spPr>
      </p:sp>
      <p:sp>
        <p:nvSpPr>
          <p:cNvPr id="44" name="Text 42">
            <a:extLst xmlns:a="http://schemas.openxmlformats.org/drawingml/2006/main">
              <a:ext uri="{FF2B5EF4-FFF2-40B4-BE49-F238E27FC236}">
                <a16:creationId xmlns:a16="http://schemas.microsoft.com/office/drawing/2014/main" id="{B442EB26-47BD-4795-A6F6-27CD99F17DFA}"/>
              </a:ext>
            </a:extLst>
          </p:cNvPr>
          <p:cNvSpPr>
            <a:spLocks xmlns:a="http://schemas.openxmlformats.org/drawingml/2006/main" noGrp="1"/>
          </p:cNvSpPr>
          <p:nvPr/>
        </p:nvSpPr>
        <p:spPr>
          <a:xfrm xmlns:a="http://schemas.openxmlformats.org/drawingml/2006/main">
            <a:off x="2578608" y="4965192"/>
            <a:ext cx="62179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75" b="1">
                <a:solidFill>
                  <a:srgbClr val="0F5AC7"/>
                </a:solidFill>
                <a:latin typeface="NanumGothic"/>
                <a:ea typeface="NanumGothic"/>
                <a:cs typeface="NanumGothic"/>
              </a:rPr>
              <a:t>확장</a:t>
            </a:r>
            <a:endParaRPr sz="1220"/>
          </a:p>
        </p:txBody>
      </p:sp>
      <p:sp>
        <p:nvSpPr>
          <p:cNvPr id="45" name="Text 43">
            <a:extLst xmlns:a="http://schemas.openxmlformats.org/drawingml/2006/main">
              <a:ext uri="{FF2B5EF4-FFF2-40B4-BE49-F238E27FC236}">
                <a16:creationId xmlns:a16="http://schemas.microsoft.com/office/drawing/2014/main" id="{A08727C5-AC32-4CE4-A642-4408F02D4D62}"/>
              </a:ext>
            </a:extLst>
          </p:cNvPr>
          <p:cNvSpPr>
            <a:spLocks xmlns:a="http://schemas.openxmlformats.org/drawingml/2006/main" noGrp="1"/>
          </p:cNvSpPr>
          <p:nvPr/>
        </p:nvSpPr>
        <p:spPr>
          <a:xfrm xmlns:a="http://schemas.openxmlformats.org/drawingml/2006/main">
            <a:off x="3136392" y="4965192"/>
            <a:ext cx="777240" cy="2468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675" b="1">
                <a:solidFill>
                  <a:srgbClr val="667085"/>
                </a:solidFill>
                <a:latin typeface="NanumGothic"/>
                <a:ea typeface="NanumGothic"/>
                <a:cs typeface="NanumGothic"/>
              </a:rPr>
              <a:t>회랑·품목·화주</a:t>
            </a:r>
            <a:endParaRPr sz="780"/>
          </a:p>
        </p:txBody>
      </p:sp>
      <p:sp>
        <p:nvSpPr>
          <p:cNvPr id="46" name="Shape 44">
            <a:extLst xmlns:a="http://schemas.openxmlformats.org/drawingml/2006/main">
              <a:ext uri="{FF2B5EF4-FFF2-40B4-BE49-F238E27FC236}">
                <a16:creationId xmlns:a16="http://schemas.microsoft.com/office/drawing/2014/main" id="{0D0875B8-8F23-44D7-A7C8-E346AE7A3ACE}"/>
              </a:ext>
            </a:extLst>
          </p:cNvPr>
          <p:cNvSpPr>
            <a:spLocks xmlns:a="http://schemas.openxmlformats.org/drawingml/2006/main" noGrp="1"/>
          </p:cNvSpPr>
          <p:nvPr/>
        </p:nvSpPr>
        <p:spPr>
          <a:xfrm xmlns:a="http://schemas.openxmlformats.org/drawingml/2006/main">
            <a:off x="4617720" y="3611880"/>
            <a:ext cx="4023360" cy="1984248"/>
          </a:xfrm>
          <a:prstGeom xmlns:a="http://schemas.openxmlformats.org/drawingml/2006/main" prst="roundRect">
            <a:avLst>
              <a:gd name="adj" fmla="val 3687"/>
            </a:avLst>
          </a:prstGeom>
          <a:solidFill xmlns:a="http://schemas.openxmlformats.org/drawingml/2006/main">
            <a:srgbClr val="FFFFFF"/>
          </a:solidFill>
          <a:ln xmlns:a="http://schemas.openxmlformats.org/drawingml/2006/main" w="10160">
            <a:solidFill>
              <a:srgbClr val="D7DFEA"/>
            </a:solidFill>
            <a:prstDash val="solid"/>
          </a:ln>
        </p:spPr>
      </p:sp>
      <p:sp>
        <p:nvSpPr>
          <p:cNvPr id="47" name="Text 45">
            <a:extLst xmlns:a="http://schemas.openxmlformats.org/drawingml/2006/main">
              <a:ext uri="{FF2B5EF4-FFF2-40B4-BE49-F238E27FC236}">
                <a16:creationId xmlns:a16="http://schemas.microsoft.com/office/drawing/2014/main" id="{967E2002-01FF-432F-A74B-CB78FEFC67E6}"/>
              </a:ext>
            </a:extLst>
          </p:cNvPr>
          <p:cNvSpPr>
            <a:spLocks xmlns:a="http://schemas.openxmlformats.org/drawingml/2006/main" noGrp="1"/>
          </p:cNvSpPr>
          <p:nvPr/>
        </p:nvSpPr>
        <p:spPr>
          <a:xfrm xmlns:a="http://schemas.openxmlformats.org/drawingml/2006/main">
            <a:off x="4846320" y="3822192"/>
            <a:ext cx="1920240" cy="2468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25" b="1">
                <a:solidFill>
                  <a:srgbClr val="0B1F3A"/>
                </a:solidFill>
                <a:latin typeface="NanumGothic"/>
                <a:ea typeface="NanumGothic"/>
                <a:cs typeface="NanumGothic"/>
              </a:rPr>
              <a:t>개선 순서</a:t>
            </a:r>
            <a:endParaRPr sz="1250"/>
          </a:p>
        </p:txBody>
      </p:sp>
      <p:sp>
        <p:nvSpPr>
          <p:cNvPr id="48" name="Shape 46">
            <a:extLst xmlns:a="http://schemas.openxmlformats.org/drawingml/2006/main">
              <a:ext uri="{FF2B5EF4-FFF2-40B4-BE49-F238E27FC236}">
                <a16:creationId xmlns:a16="http://schemas.microsoft.com/office/drawing/2014/main" id="{6784E84D-3609-4C68-AA48-724094318A5C}"/>
              </a:ext>
            </a:extLst>
          </p:cNvPr>
          <p:cNvSpPr>
            <a:spLocks xmlns:a="http://schemas.openxmlformats.org/drawingml/2006/main" noGrp="1"/>
          </p:cNvSpPr>
          <p:nvPr/>
        </p:nvSpPr>
        <p:spPr>
          <a:xfrm xmlns:a="http://schemas.openxmlformats.org/drawingml/2006/main">
            <a:off x="4846320" y="4197096"/>
            <a:ext cx="658368" cy="246888"/>
          </a:xfrm>
          <a:prstGeom xmlns:a="http://schemas.openxmlformats.org/drawingml/2006/main" prst="roundRect">
            <a:avLst>
              <a:gd name="adj" fmla="val 29630"/>
            </a:avLst>
          </a:prstGeom>
          <a:solidFill xmlns:a="http://schemas.openxmlformats.org/drawingml/2006/main">
            <a:srgbClr val="1769FF"/>
          </a:solidFill>
          <a:ln xmlns:a="http://schemas.openxmlformats.org/drawingml/2006/main" w="12700">
            <a:solidFill>
              <a:srgbClr val="1769FF"/>
            </a:solidFill>
            <a:prstDash val="solid"/>
          </a:ln>
        </p:spPr>
      </p:sp>
      <p:sp>
        <p:nvSpPr>
          <p:cNvPr id="49" name="Text 47">
            <a:extLst xmlns:a="http://schemas.openxmlformats.org/drawingml/2006/main">
              <a:ext uri="{FF2B5EF4-FFF2-40B4-BE49-F238E27FC236}">
                <a16:creationId xmlns:a16="http://schemas.microsoft.com/office/drawing/2014/main" id="{CF83807C-F0C9-4F7A-9CB0-628B484414D8}"/>
              </a:ext>
            </a:extLst>
          </p:cNvPr>
          <p:cNvSpPr>
            <a:spLocks xmlns:a="http://schemas.openxmlformats.org/drawingml/2006/main" noGrp="1"/>
          </p:cNvSpPr>
          <p:nvPr/>
        </p:nvSpPr>
        <p:spPr>
          <a:xfrm xmlns:a="http://schemas.openxmlformats.org/drawingml/2006/main">
            <a:off x="4919472" y="4206240"/>
            <a:ext cx="512064"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750" b="1">
                <a:solidFill>
                  <a:srgbClr val="FFFFFF"/>
                </a:solidFill>
                <a:latin typeface="NanumGothic"/>
                <a:ea typeface="NanumGothic"/>
                <a:cs typeface="NanumGothic"/>
              </a:rPr>
              <a:t>STEP 1</a:t>
            </a:r>
            <a:endParaRPr sz="750"/>
          </a:p>
        </p:txBody>
      </p:sp>
      <p:sp>
        <p:nvSpPr>
          <p:cNvPr id="50" name="Text 48">
            <a:extLst xmlns:a="http://schemas.openxmlformats.org/drawingml/2006/main">
              <a:ext uri="{FF2B5EF4-FFF2-40B4-BE49-F238E27FC236}">
                <a16:creationId xmlns:a16="http://schemas.microsoft.com/office/drawing/2014/main" id="{39D16DDF-6C5A-4D82-8DBD-41B2DAEA3BD0}"/>
              </a:ext>
            </a:extLst>
          </p:cNvPr>
          <p:cNvSpPr>
            <a:spLocks xmlns:a="http://schemas.openxmlformats.org/drawingml/2006/main" noGrp="1"/>
          </p:cNvSpPr>
          <p:nvPr/>
        </p:nvSpPr>
        <p:spPr>
          <a:xfrm xmlns:a="http://schemas.openxmlformats.org/drawingml/2006/main">
            <a:off x="5650992" y="4187952"/>
            <a:ext cx="10972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88" b="1">
                <a:solidFill>
                  <a:srgbClr val="0B1F3A"/>
                </a:solidFill>
                <a:latin typeface="NanumGothic"/>
                <a:ea typeface="NanumGothic"/>
                <a:cs typeface="NanumGothic"/>
              </a:rPr>
              <a:t>운영 데이터 연결</a:t>
            </a:r>
            <a:endParaRPr sz="870"/>
          </a:p>
        </p:txBody>
      </p:sp>
      <p:sp>
        <p:nvSpPr>
          <p:cNvPr id="51" name="Text 49">
            <a:extLst xmlns:a="http://schemas.openxmlformats.org/drawingml/2006/main">
              <a:ext uri="{FF2B5EF4-FFF2-40B4-BE49-F238E27FC236}">
                <a16:creationId xmlns:a16="http://schemas.microsoft.com/office/drawing/2014/main" id="{9779481C-4116-4240-844A-C0626C2587DE}"/>
              </a:ext>
            </a:extLst>
          </p:cNvPr>
          <p:cNvSpPr>
            <a:spLocks xmlns:a="http://schemas.openxmlformats.org/drawingml/2006/main" noGrp="1"/>
          </p:cNvSpPr>
          <p:nvPr/>
        </p:nvSpPr>
        <p:spPr>
          <a:xfrm xmlns:a="http://schemas.openxmlformats.org/drawingml/2006/main">
            <a:off x="6784848" y="4187952"/>
            <a:ext cx="1609344" cy="28346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r>
              <a:rPr sz="675">
                <a:solidFill>
                  <a:srgbClr val="667085"/>
                </a:solidFill>
                <a:latin typeface="NanumGothic"/>
                <a:ea typeface="NanumGothic"/>
                <a:cs typeface="NanumGothic"/>
              </a:rPr>
              <a:t>실시간 운임·수송력·역 시설·문전 셔틀의 기준일과 출처를 함께 연결</a:t>
            </a:r>
            <a:endParaRPr sz="730"/>
          </a:p>
        </p:txBody>
      </p:sp>
      <p:sp>
        <p:nvSpPr>
          <p:cNvPr id="52" name="Shape 50">
            <a:extLst xmlns:a="http://schemas.openxmlformats.org/drawingml/2006/main">
              <a:ext uri="{FF2B5EF4-FFF2-40B4-BE49-F238E27FC236}">
                <a16:creationId xmlns:a16="http://schemas.microsoft.com/office/drawing/2014/main" id="{24DCB0AE-B156-428F-B70C-5123AE0D22CB}"/>
              </a:ext>
            </a:extLst>
          </p:cNvPr>
          <p:cNvSpPr>
            <a:spLocks xmlns:a="http://schemas.openxmlformats.org/drawingml/2006/main" noGrp="1"/>
          </p:cNvSpPr>
          <p:nvPr/>
        </p:nvSpPr>
        <p:spPr>
          <a:xfrm xmlns:a="http://schemas.openxmlformats.org/drawingml/2006/main">
            <a:off x="4846320" y="4636008"/>
            <a:ext cx="658368" cy="246888"/>
          </a:xfrm>
          <a:prstGeom xmlns:a="http://schemas.openxmlformats.org/drawingml/2006/main" prst="roundRect">
            <a:avLst>
              <a:gd name="adj" fmla="val 29630"/>
            </a:avLst>
          </a:prstGeom>
          <a:solidFill xmlns:a="http://schemas.openxmlformats.org/drawingml/2006/main">
            <a:srgbClr val="EAF2FF"/>
          </a:solidFill>
          <a:ln xmlns:a="http://schemas.openxmlformats.org/drawingml/2006/main" w="12700">
            <a:solidFill>
              <a:srgbClr val="EAF2FF"/>
            </a:solidFill>
            <a:prstDash val="solid"/>
          </a:ln>
        </p:spPr>
      </p:sp>
      <p:sp>
        <p:nvSpPr>
          <p:cNvPr id="53" name="Text 51">
            <a:extLst xmlns:a="http://schemas.openxmlformats.org/drawingml/2006/main">
              <a:ext uri="{FF2B5EF4-FFF2-40B4-BE49-F238E27FC236}">
                <a16:creationId xmlns:a16="http://schemas.microsoft.com/office/drawing/2014/main" id="{7741B968-F6FF-47FA-91AC-5807EBA9D9B6}"/>
              </a:ext>
            </a:extLst>
          </p:cNvPr>
          <p:cNvSpPr>
            <a:spLocks xmlns:a="http://schemas.openxmlformats.org/drawingml/2006/main" noGrp="1"/>
          </p:cNvSpPr>
          <p:nvPr/>
        </p:nvSpPr>
        <p:spPr>
          <a:xfrm xmlns:a="http://schemas.openxmlformats.org/drawingml/2006/main">
            <a:off x="4919472" y="4645152"/>
            <a:ext cx="512064"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750" b="1">
                <a:solidFill>
                  <a:srgbClr val="0F5AC7"/>
                </a:solidFill>
                <a:latin typeface="NanumGothic"/>
                <a:ea typeface="NanumGothic"/>
                <a:cs typeface="NanumGothic"/>
              </a:rPr>
              <a:t>STEP 2</a:t>
            </a:r>
            <a:endParaRPr sz="750"/>
          </a:p>
        </p:txBody>
      </p:sp>
      <p:sp>
        <p:nvSpPr>
          <p:cNvPr id="54" name="Text 52">
            <a:extLst xmlns:a="http://schemas.openxmlformats.org/drawingml/2006/main">
              <a:ext uri="{FF2B5EF4-FFF2-40B4-BE49-F238E27FC236}">
                <a16:creationId xmlns:a16="http://schemas.microsoft.com/office/drawing/2014/main" id="{0F67C108-EBD9-458F-93B1-C996B31B8801}"/>
              </a:ext>
            </a:extLst>
          </p:cNvPr>
          <p:cNvSpPr>
            <a:spLocks xmlns:a="http://schemas.openxmlformats.org/drawingml/2006/main" noGrp="1"/>
          </p:cNvSpPr>
          <p:nvPr/>
        </p:nvSpPr>
        <p:spPr>
          <a:xfrm xmlns:a="http://schemas.openxmlformats.org/drawingml/2006/main">
            <a:off x="5650992" y="4626864"/>
            <a:ext cx="10972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88" b="1">
                <a:solidFill>
                  <a:srgbClr val="0B1F3A"/>
                </a:solidFill>
                <a:latin typeface="NanumGothic"/>
                <a:ea typeface="NanumGothic"/>
                <a:cs typeface="NanumGothic"/>
              </a:rPr>
              <a:t>담당자 워크플로</a:t>
            </a:r>
            <a:endParaRPr sz="870"/>
          </a:p>
        </p:txBody>
      </p:sp>
      <p:sp>
        <p:nvSpPr>
          <p:cNvPr id="55" name="Text 53">
            <a:extLst xmlns:a="http://schemas.openxmlformats.org/drawingml/2006/main">
              <a:ext uri="{FF2B5EF4-FFF2-40B4-BE49-F238E27FC236}">
                <a16:creationId xmlns:a16="http://schemas.microsoft.com/office/drawing/2014/main" id="{D20197D7-ABF8-4E64-AD3B-FD56143058E3}"/>
              </a:ext>
            </a:extLst>
          </p:cNvPr>
          <p:cNvSpPr>
            <a:spLocks xmlns:a="http://schemas.openxmlformats.org/drawingml/2006/main" noGrp="1"/>
          </p:cNvSpPr>
          <p:nvPr/>
        </p:nvSpPr>
        <p:spPr>
          <a:xfrm xmlns:a="http://schemas.openxmlformats.org/drawingml/2006/main">
            <a:off x="6784848" y="4626864"/>
            <a:ext cx="1609344" cy="28346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r>
              <a:rPr sz="675">
                <a:solidFill>
                  <a:srgbClr val="667085"/>
                </a:solidFill>
                <a:latin typeface="NanumGothic"/>
                <a:ea typeface="NanumGothic"/>
                <a:cs typeface="NanumGothic"/>
              </a:rPr>
              <a:t>검토·승인·보류·거절 사유와 권한·감사 이력을 서비스 안에서 추적</a:t>
            </a:r>
            <a:endParaRPr sz="730"/>
          </a:p>
        </p:txBody>
      </p:sp>
      <p:sp>
        <p:nvSpPr>
          <p:cNvPr id="56" name="Shape 54">
            <a:extLst xmlns:a="http://schemas.openxmlformats.org/drawingml/2006/main">
              <a:ext uri="{FF2B5EF4-FFF2-40B4-BE49-F238E27FC236}">
                <a16:creationId xmlns:a16="http://schemas.microsoft.com/office/drawing/2014/main" id="{46323C08-914D-4E68-96FF-1BB2F0431B7B}"/>
              </a:ext>
            </a:extLst>
          </p:cNvPr>
          <p:cNvSpPr>
            <a:spLocks xmlns:a="http://schemas.openxmlformats.org/drawingml/2006/main" noGrp="1"/>
          </p:cNvSpPr>
          <p:nvPr/>
        </p:nvSpPr>
        <p:spPr>
          <a:xfrm xmlns:a="http://schemas.openxmlformats.org/drawingml/2006/main">
            <a:off x="4846320" y="5074920"/>
            <a:ext cx="658368" cy="246888"/>
          </a:xfrm>
          <a:prstGeom xmlns:a="http://schemas.openxmlformats.org/drawingml/2006/main" prst="roundRect">
            <a:avLst>
              <a:gd name="adj" fmla="val 29630"/>
            </a:avLst>
          </a:prstGeom>
          <a:solidFill xmlns:a="http://schemas.openxmlformats.org/drawingml/2006/main">
            <a:srgbClr val="EAF2FF"/>
          </a:solidFill>
          <a:ln xmlns:a="http://schemas.openxmlformats.org/drawingml/2006/main" w="12700">
            <a:solidFill>
              <a:srgbClr val="EAF2FF"/>
            </a:solidFill>
            <a:prstDash val="solid"/>
          </a:ln>
        </p:spPr>
      </p:sp>
      <p:sp>
        <p:nvSpPr>
          <p:cNvPr id="57" name="Text 55">
            <a:extLst xmlns:a="http://schemas.openxmlformats.org/drawingml/2006/main">
              <a:ext uri="{FF2B5EF4-FFF2-40B4-BE49-F238E27FC236}">
                <a16:creationId xmlns:a16="http://schemas.microsoft.com/office/drawing/2014/main" id="{68BEA8F4-019B-46F8-97AB-9F5519D559D7}"/>
              </a:ext>
            </a:extLst>
          </p:cNvPr>
          <p:cNvSpPr>
            <a:spLocks xmlns:a="http://schemas.openxmlformats.org/drawingml/2006/main" noGrp="1"/>
          </p:cNvSpPr>
          <p:nvPr/>
        </p:nvSpPr>
        <p:spPr>
          <a:xfrm xmlns:a="http://schemas.openxmlformats.org/drawingml/2006/main">
            <a:off x="4919472" y="5084064"/>
            <a:ext cx="512064"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750" b="1">
                <a:solidFill>
                  <a:srgbClr val="0F5AC7"/>
                </a:solidFill>
                <a:latin typeface="NanumGothic"/>
                <a:ea typeface="NanumGothic"/>
                <a:cs typeface="NanumGothic"/>
              </a:rPr>
              <a:t>STEP 3</a:t>
            </a:r>
            <a:endParaRPr sz="750"/>
          </a:p>
        </p:txBody>
      </p:sp>
      <p:sp>
        <p:nvSpPr>
          <p:cNvPr id="58" name="Text 56">
            <a:extLst xmlns:a="http://schemas.openxmlformats.org/drawingml/2006/main">
              <a:ext uri="{FF2B5EF4-FFF2-40B4-BE49-F238E27FC236}">
                <a16:creationId xmlns:a16="http://schemas.microsoft.com/office/drawing/2014/main" id="{3B2EDA4C-BF76-4765-AA9F-C9DF59A1CE4D}"/>
              </a:ext>
            </a:extLst>
          </p:cNvPr>
          <p:cNvSpPr>
            <a:spLocks xmlns:a="http://schemas.openxmlformats.org/drawingml/2006/main" noGrp="1"/>
          </p:cNvSpPr>
          <p:nvPr/>
        </p:nvSpPr>
        <p:spPr>
          <a:xfrm xmlns:a="http://schemas.openxmlformats.org/drawingml/2006/main">
            <a:off x="5650992" y="5065776"/>
            <a:ext cx="10972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88" b="1">
                <a:solidFill>
                  <a:srgbClr val="0B1F3A"/>
                </a:solidFill>
                <a:latin typeface="NanumGothic"/>
                <a:ea typeface="NanumGothic"/>
                <a:cs typeface="NanumGothic"/>
              </a:rPr>
              <a:t>사유 학습·확장</a:t>
            </a:r>
            <a:endParaRPr sz="870"/>
          </a:p>
        </p:txBody>
      </p:sp>
      <p:sp>
        <p:nvSpPr>
          <p:cNvPr id="59" name="Text 57">
            <a:extLst xmlns:a="http://schemas.openxmlformats.org/drawingml/2006/main">
              <a:ext uri="{FF2B5EF4-FFF2-40B4-BE49-F238E27FC236}">
                <a16:creationId xmlns:a16="http://schemas.microsoft.com/office/drawing/2014/main" id="{098BF9C1-AB91-4884-8738-B4EAC132148E}"/>
              </a:ext>
            </a:extLst>
          </p:cNvPr>
          <p:cNvSpPr>
            <a:spLocks xmlns:a="http://schemas.openxmlformats.org/drawingml/2006/main" noGrp="1"/>
          </p:cNvSpPr>
          <p:nvPr/>
        </p:nvSpPr>
        <p:spPr>
          <a:xfrm xmlns:a="http://schemas.openxmlformats.org/drawingml/2006/main">
            <a:off x="6784848" y="5065776"/>
            <a:ext cx="1609344" cy="28346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r>
              <a:rPr sz="675">
                <a:solidFill>
                  <a:srgbClr val="667085"/>
                </a:solidFill>
                <a:latin typeface="NanumGothic"/>
                <a:ea typeface="NanumGothic"/>
                <a:cs typeface="NanumGothic"/>
              </a:rPr>
              <a:t>거절·이탈 패턴을 다음 추천에 반영하고 회랑·품목·화주 범위를 단계적으로 확대</a:t>
            </a:r>
            <a:endParaRPr sz="730"/>
          </a:p>
        </p:txBody>
      </p:sp>
      <p:sp>
        <p:nvSpPr>
          <p:cNvPr id="60" name="Shape 58">
            <a:extLst xmlns:a="http://schemas.openxmlformats.org/drawingml/2006/main">
              <a:ext uri="{FF2B5EF4-FFF2-40B4-BE49-F238E27FC236}">
                <a16:creationId xmlns:a16="http://schemas.microsoft.com/office/drawing/2014/main" id="{B727B9DD-395E-495B-96E7-9D0D6C27B4EF}"/>
              </a:ext>
            </a:extLst>
          </p:cNvPr>
          <p:cNvSpPr>
            <a:spLocks xmlns:a="http://schemas.openxmlformats.org/drawingml/2006/main" noGrp="1"/>
          </p:cNvSpPr>
          <p:nvPr/>
        </p:nvSpPr>
        <p:spPr>
          <a:xfrm xmlns:a="http://schemas.openxmlformats.org/drawingml/2006/main">
            <a:off x="4846320" y="5340096"/>
            <a:ext cx="3547872" cy="256032"/>
          </a:xfrm>
          <a:prstGeom xmlns:a="http://schemas.openxmlformats.org/drawingml/2006/main" prst="roundRect">
            <a:avLst>
              <a:gd name="adj" fmla="val 28571"/>
            </a:avLst>
          </a:prstGeom>
          <a:solidFill xmlns:a="http://schemas.openxmlformats.org/drawingml/2006/main">
            <a:srgbClr val="FDEBEC"/>
          </a:solidFill>
          <a:ln xmlns:a="http://schemas.openxmlformats.org/drawingml/2006/main" w="10160">
            <a:solidFill>
              <a:srgbClr val="FDEBEC"/>
            </a:solidFill>
            <a:prstDash val="solid"/>
          </a:ln>
        </p:spPr>
      </p:sp>
      <p:sp>
        <p:nvSpPr>
          <p:cNvPr id="61" name="Text 59">
            <a:extLst xmlns:a="http://schemas.openxmlformats.org/drawingml/2006/main">
              <a:ext uri="{FF2B5EF4-FFF2-40B4-BE49-F238E27FC236}">
                <a16:creationId xmlns:a16="http://schemas.microsoft.com/office/drawing/2014/main" id="{F3E451A1-5D52-4577-BE69-56E7678D5482}"/>
              </a:ext>
            </a:extLst>
          </p:cNvPr>
          <p:cNvSpPr>
            <a:spLocks xmlns:a="http://schemas.openxmlformats.org/drawingml/2006/main" noGrp="1"/>
          </p:cNvSpPr>
          <p:nvPr/>
        </p:nvSpPr>
        <p:spPr>
          <a:xfrm xmlns:a="http://schemas.openxmlformats.org/drawingml/2006/main">
            <a:off x="4956048" y="5376672"/>
            <a:ext cx="3328416"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713" b="1">
                <a:solidFill>
                  <a:srgbClr val="E5484D"/>
                </a:solidFill>
                <a:latin typeface="NanumGothic"/>
                <a:ea typeface="NanumGothic"/>
                <a:cs typeface="NanumGothic"/>
              </a:rPr>
              <a:t>현재 한계 · 공개/데모 데이터 · 대표 회랑 중심 · 실시간 실운임·수송력 미연결</a:t>
            </a:r>
            <a:endParaRPr sz="690"/>
          </a:p>
        </p:txBody>
      </p:sp>
      <p:sp>
        <p:nvSpPr>
          <p:cNvPr id="62" name="Text 60">
            <a:extLst xmlns:a="http://schemas.openxmlformats.org/drawingml/2006/main">
              <a:ext uri="{FF2B5EF4-FFF2-40B4-BE49-F238E27FC236}">
                <a16:creationId xmlns:a16="http://schemas.microsoft.com/office/drawing/2014/main" id="{B0BB3AF7-C55A-486D-BC58-52DD182D536A}"/>
              </a:ext>
            </a:extLst>
          </p:cNvPr>
          <p:cNvSpPr>
            <a:spLocks xmlns:a="http://schemas.openxmlformats.org/drawingml/2006/main" noGrp="1"/>
          </p:cNvSpPr>
          <p:nvPr/>
        </p:nvSpPr>
        <p:spPr>
          <a:xfrm xmlns:a="http://schemas.openxmlformats.org/drawingml/2006/main">
            <a:off x="475488" y="6254496"/>
            <a:ext cx="77266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50" i="1">
                <a:solidFill>
                  <a:srgbClr val="667085"/>
                </a:solidFill>
                <a:latin typeface="NanumGothic"/>
                <a:ea typeface="NanumGothic"/>
                <a:cs typeface="NanumGothic"/>
              </a:rPr>
              <a:t>※ 향후 개선 계획은 현재 구현 경계를 기준으로 정리했으며, 자동 예약·계약·결제·배차는 포함하지 않습니다.</a:t>
            </a:r>
            <a:endParaRPr sz="720"/>
          </a:p>
        </p:txBody>
      </p:sp>
      <p:sp>
        <p:nvSpPr>
          <p:cNvPr id="63" name="Shape 61">
            <a:extLst xmlns:a="http://schemas.openxmlformats.org/drawingml/2006/main">
              <a:ext uri="{FF2B5EF4-FFF2-40B4-BE49-F238E27FC236}">
                <a16:creationId xmlns:a16="http://schemas.microsoft.com/office/drawing/2014/main" id="{33104C29-61C6-4EE6-B20F-C8F173EED022}"/>
              </a:ext>
            </a:extLst>
          </p:cNvPr>
          <p:cNvSpPr>
            <a:spLocks xmlns:a="http://schemas.openxmlformats.org/drawingml/2006/main" noGrp="1"/>
          </p:cNvSpPr>
          <p:nvPr/>
        </p:nvSpPr>
        <p:spPr>
          <a:xfrm xmlns:a="http://schemas.openxmlformats.org/drawingml/2006/main">
            <a:off x="475488" y="6437376"/>
            <a:ext cx="8193024" cy="0"/>
          </a:xfrm>
          <a:prstGeom xmlns:a="http://schemas.openxmlformats.org/drawingml/2006/main" prst="line">
            <a:avLst/>
          </a:prstGeom>
          <a:noFill xmlns:a="http://schemas.openxmlformats.org/drawingml/2006/main"/>
          <a:ln xmlns:a="http://schemas.openxmlformats.org/drawingml/2006/main" w="8890">
            <a:solidFill>
              <a:srgbClr val="D7DFEA"/>
            </a:solidFill>
            <a:prstDash val="solid"/>
          </a:ln>
        </p:spPr>
      </p:sp>
      <p:sp>
        <p:nvSpPr>
          <p:cNvPr id="64" name="Text 62">
            <a:extLst xmlns:a="http://schemas.openxmlformats.org/drawingml/2006/main">
              <a:ext uri="{FF2B5EF4-FFF2-40B4-BE49-F238E27FC236}">
                <a16:creationId xmlns:a16="http://schemas.microsoft.com/office/drawing/2014/main" id="{B28EA185-5E40-4901-9DF5-7E61470F8565}"/>
              </a:ext>
            </a:extLst>
          </p:cNvPr>
          <p:cNvSpPr>
            <a:spLocks xmlns:a="http://schemas.openxmlformats.org/drawingml/2006/main" noGrp="1"/>
          </p:cNvSpPr>
          <p:nvPr/>
        </p:nvSpPr>
        <p:spPr>
          <a:xfrm xmlns:a="http://schemas.openxmlformats.org/drawingml/2006/main">
            <a:off x="475488" y="6492240"/>
            <a:ext cx="388620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50">
                <a:solidFill>
                  <a:srgbClr val="667085"/>
                </a:solidFill>
                <a:latin typeface="NanumGothic"/>
                <a:ea typeface="NanumGothic"/>
                <a:cs typeface="NanumGothic"/>
              </a:rPr>
              <a:t>MOVE AI CHALLENGE 2026 · 레일물류 AI</a:t>
            </a:r>
            <a:endParaRPr sz="750"/>
          </a:p>
        </p:txBody>
      </p:sp>
      <p:sp>
        <p:nvSpPr>
          <p:cNvPr id="65" name="Text 63">
            <a:extLst xmlns:a="http://schemas.openxmlformats.org/drawingml/2006/main">
              <a:ext uri="{FF2B5EF4-FFF2-40B4-BE49-F238E27FC236}">
                <a16:creationId xmlns:a16="http://schemas.microsoft.com/office/drawing/2014/main" id="{2AC7C58B-A4A6-42E5-9B57-5A800CA03BB1}"/>
              </a:ext>
            </a:extLst>
          </p:cNvPr>
          <p:cNvSpPr>
            <a:spLocks xmlns:a="http://schemas.openxmlformats.org/drawingml/2006/main" noGrp="1"/>
          </p:cNvSpPr>
          <p:nvPr/>
        </p:nvSpPr>
        <p:spPr>
          <a:xfrm xmlns:a="http://schemas.openxmlformats.org/drawingml/2006/main">
            <a:off x="8229600" y="6492240"/>
            <a:ext cx="4114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750" b="1">
                <a:solidFill>
                  <a:srgbClr val="667085"/>
                </a:solidFill>
                <a:latin typeface="NanumGothic"/>
                <a:ea typeface="NanumGothic"/>
                <a:cs typeface="NanumGothic"/>
              </a:rPr>
              <a:t>12</a:t>
            </a:r>
            <a:endParaRPr sz="750"/>
          </a:p>
        </p:txBody>
      </p:sp>
    </p:spTree>
    <p:extLst>
      <p:ext uri="{BB962C8B-B14F-4D97-AF65-F5344CB8AC3E}">
        <p14:creationId xmlns:p14="http://schemas.microsoft.com/office/powerpoint/2010/main" val="2123193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A1B8298-1D01-47F3-84B2-8103BCFA71FE}"/>
              </a:ext>
            </a:extLst>
          </p:cNvPr>
          <p:cNvSpPr>
            <a:spLocks xmlns:a="http://schemas.openxmlformats.org/drawingml/2006/main" noGrp="1"/>
          </p:cNvSpPr>
          <p:nvPr/>
        </p:nvSpPr>
        <p:spPr>
          <a:xfrm xmlns:a="http://schemas.openxmlformats.org/drawingml/2006/main">
            <a:off x="475488" y="347472"/>
            <a:ext cx="502920" cy="274320"/>
          </a:xfrm>
          <a:prstGeom xmlns:a="http://schemas.openxmlformats.org/drawingml/2006/main" prst="roundRect">
            <a:avLst>
              <a:gd name="adj" fmla="val 26667"/>
            </a:avLst>
          </a:prstGeom>
          <a:solidFill xmlns:a="http://schemas.openxmlformats.org/drawingml/2006/main">
            <a:srgbClr val="0B1F3A"/>
          </a:solidFill>
          <a:ln xmlns:a="http://schemas.openxmlformats.org/drawingml/2006/main" w="12700">
            <a:solidFill>
              <a:srgbClr val="0B1F3A"/>
            </a:solidFill>
            <a:prstDash val="solid"/>
          </a:ln>
        </p:spPr>
      </p:sp>
      <p:sp>
        <p:nvSpPr>
          <p:cNvPr id="3" name="Text 1">
            <a:extLst xmlns:a="http://schemas.openxmlformats.org/drawingml/2006/main">
              <a:ext uri="{FF2B5EF4-FFF2-40B4-BE49-F238E27FC236}">
                <a16:creationId xmlns:a16="http://schemas.microsoft.com/office/drawing/2014/main" id="{51750C87-067F-4C68-8C0E-7545555E115F}"/>
              </a:ext>
            </a:extLst>
          </p:cNvPr>
          <p:cNvSpPr>
            <a:spLocks xmlns:a="http://schemas.openxmlformats.org/drawingml/2006/main" noGrp="1"/>
          </p:cNvSpPr>
          <p:nvPr/>
        </p:nvSpPr>
        <p:spPr>
          <a:xfrm xmlns:a="http://schemas.openxmlformats.org/drawingml/2006/main">
            <a:off x="548640" y="356616"/>
            <a:ext cx="3566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750" b="1">
                <a:solidFill>
                  <a:srgbClr val="FFFFFF"/>
                </a:solidFill>
                <a:latin typeface="NanumGothic"/>
                <a:ea typeface="NanumGothic"/>
                <a:cs typeface="NanumGothic"/>
              </a:rPr>
              <a:t>11</a:t>
            </a:r>
            <a:endParaRPr sz="1000"/>
          </a:p>
        </p:txBody>
      </p:sp>
      <p:sp>
        <p:nvSpPr>
          <p:cNvPr id="4" name="Text 2">
            <a:extLst xmlns:a="http://schemas.openxmlformats.org/drawingml/2006/main">
              <a:ext uri="{FF2B5EF4-FFF2-40B4-BE49-F238E27FC236}">
                <a16:creationId xmlns:a16="http://schemas.microsoft.com/office/drawing/2014/main" id="{7C274B84-9358-4DF7-A0AE-E2981C2BB828}"/>
              </a:ext>
            </a:extLst>
          </p:cNvPr>
          <p:cNvSpPr>
            <a:spLocks xmlns:a="http://schemas.openxmlformats.org/drawingml/2006/main" noGrp="1"/>
          </p:cNvSpPr>
          <p:nvPr/>
        </p:nvSpPr>
        <p:spPr>
          <a:xfrm xmlns:a="http://schemas.openxmlformats.org/drawingml/2006/main">
            <a:off x="1133856" y="274320"/>
            <a:ext cx="71780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2400" b="1">
                <a:solidFill>
                  <a:srgbClr val="0B1F3A"/>
                </a:solidFill>
                <a:latin typeface="NanumGothic"/>
                <a:ea typeface="NanumGothic"/>
                <a:cs typeface="NanumGothic"/>
              </a:rPr>
              <a:t>사용자 시나리오·안전 체크·제출 정보</a:t>
            </a:r>
            <a:endParaRPr sz="2400"/>
          </a:p>
        </p:txBody>
      </p:sp>
      <p:sp>
        <p:nvSpPr>
          <p:cNvPr id="5" name="Text 3">
            <a:extLst xmlns:a="http://schemas.openxmlformats.org/drawingml/2006/main">
              <a:ext uri="{FF2B5EF4-FFF2-40B4-BE49-F238E27FC236}">
                <a16:creationId xmlns:a16="http://schemas.microsoft.com/office/drawing/2014/main" id="{330B0845-A875-4326-B3C5-B4C66C398BFB}"/>
              </a:ext>
            </a:extLst>
          </p:cNvPr>
          <p:cNvSpPr>
            <a:spLocks xmlns:a="http://schemas.openxmlformats.org/drawingml/2006/main" noGrp="1"/>
          </p:cNvSpPr>
          <p:nvPr/>
        </p:nvSpPr>
        <p:spPr>
          <a:xfrm xmlns:a="http://schemas.openxmlformats.org/drawingml/2006/main">
            <a:off x="1143000" y="740664"/>
            <a:ext cx="7360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25">
                <a:solidFill>
                  <a:srgbClr val="667085"/>
                </a:solidFill>
                <a:latin typeface="NanumGothic"/>
                <a:ea typeface="NanumGothic"/>
                <a:cs typeface="NanumGothic"/>
              </a:rPr>
              <a:t>철도 경험이 없는 물류 담당자가 2분 안에 요청부터 AI 역제안, 공동수송, 담당자 검토까지 확인하는 시나리오입니다.</a:t>
            </a:r>
            <a:endParaRPr sz="950"/>
          </a:p>
        </p:txBody>
      </p:sp>
      <p:sp>
        <p:nvSpPr>
          <p:cNvPr id="6" name="Shape 4">
            <a:extLst xmlns:a="http://schemas.openxmlformats.org/drawingml/2006/main">
              <a:ext uri="{FF2B5EF4-FFF2-40B4-BE49-F238E27FC236}">
                <a16:creationId xmlns:a16="http://schemas.microsoft.com/office/drawing/2014/main" id="{CCBA28A6-2592-4272-A8FE-C609AAA7D35D}"/>
              </a:ext>
            </a:extLst>
          </p:cNvPr>
          <p:cNvSpPr>
            <a:spLocks xmlns:a="http://schemas.openxmlformats.org/drawingml/2006/main" noGrp="1"/>
          </p:cNvSpPr>
          <p:nvPr/>
        </p:nvSpPr>
        <p:spPr>
          <a:xfrm xmlns:a="http://schemas.openxmlformats.org/drawingml/2006/main">
            <a:off x="475488" y="1078992"/>
            <a:ext cx="8193024" cy="0"/>
          </a:xfrm>
          <a:prstGeom xmlns:a="http://schemas.openxmlformats.org/drawingml/2006/main" prst="line">
            <a:avLst/>
          </a:prstGeom>
          <a:noFill xmlns:a="http://schemas.openxmlformats.org/drawingml/2006/main"/>
          <a:ln xmlns:a="http://schemas.openxmlformats.org/drawingml/2006/main" w="13970">
            <a:solidFill>
              <a:srgbClr val="D7DFEA"/>
            </a:solidFill>
            <a:prstDash val="solid"/>
          </a:ln>
        </p:spPr>
      </p:sp>
      <p:sp>
        <p:nvSpPr>
          <p:cNvPr id="7" name="Text 5">
            <a:extLst xmlns:a="http://schemas.openxmlformats.org/drawingml/2006/main">
              <a:ext uri="{FF2B5EF4-FFF2-40B4-BE49-F238E27FC236}">
                <a16:creationId xmlns:a16="http://schemas.microsoft.com/office/drawing/2014/main" id="{B8CC9918-B40C-46AC-B8E9-D1E037ED45DC}"/>
              </a:ext>
            </a:extLst>
          </p:cNvPr>
          <p:cNvSpPr>
            <a:spLocks xmlns:a="http://schemas.openxmlformats.org/drawingml/2006/main" noGrp="1"/>
          </p:cNvSpPr>
          <p:nvPr/>
        </p:nvSpPr>
        <p:spPr>
          <a:xfrm xmlns:a="http://schemas.openxmlformats.org/drawingml/2006/main">
            <a:off x="502920" y="1307592"/>
            <a:ext cx="18288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250" b="1">
                <a:solidFill>
                  <a:srgbClr val="0B1F3A"/>
                </a:solidFill>
                <a:latin typeface="NanumGothic"/>
                <a:ea typeface="NanumGothic"/>
                <a:cs typeface="NanumGothic"/>
              </a:rPr>
              <a:t>2분 사용자 시나리오</a:t>
            </a:r>
            <a:endParaRPr sz="1250"/>
          </a:p>
        </p:txBody>
      </p:sp>
      <p:sp>
        <p:nvSpPr>
          <p:cNvPr id="8" name="Shape 6">
            <a:extLst xmlns:a="http://schemas.openxmlformats.org/drawingml/2006/main">
              <a:ext uri="{FF2B5EF4-FFF2-40B4-BE49-F238E27FC236}">
                <a16:creationId xmlns:a16="http://schemas.microsoft.com/office/drawing/2014/main" id="{7F7A712D-96B7-4497-B85B-429E18951662}"/>
              </a:ext>
            </a:extLst>
          </p:cNvPr>
          <p:cNvSpPr>
            <a:spLocks xmlns:a="http://schemas.openxmlformats.org/drawingml/2006/main" noGrp="1"/>
          </p:cNvSpPr>
          <p:nvPr/>
        </p:nvSpPr>
        <p:spPr>
          <a:xfrm xmlns:a="http://schemas.openxmlformats.org/drawingml/2006/main">
            <a:off x="768096" y="2011680"/>
            <a:ext cx="6967728" cy="0"/>
          </a:xfrm>
          <a:prstGeom xmlns:a="http://schemas.openxmlformats.org/drawingml/2006/main" prst="line">
            <a:avLst/>
          </a:prstGeom>
          <a:noFill xmlns:a="http://schemas.openxmlformats.org/drawingml/2006/main"/>
          <a:ln xmlns:a="http://schemas.openxmlformats.org/drawingml/2006/main" w="27940">
            <a:solidFill>
              <a:srgbClr val="1769FF"/>
            </a:solidFill>
            <a:prstDash val="solid"/>
          </a:ln>
        </p:spPr>
      </p:sp>
      <p:sp>
        <p:nvSpPr>
          <p:cNvPr id="9" name="Shape 7">
            <a:extLst xmlns:a="http://schemas.openxmlformats.org/drawingml/2006/main">
              <a:ext uri="{FF2B5EF4-FFF2-40B4-BE49-F238E27FC236}">
                <a16:creationId xmlns:a16="http://schemas.microsoft.com/office/drawing/2014/main" id="{5585B49B-3FA3-46BC-B3C0-1FAD8F58A43F}"/>
              </a:ext>
            </a:extLst>
          </p:cNvPr>
          <p:cNvSpPr>
            <a:spLocks xmlns:a="http://schemas.openxmlformats.org/drawingml/2006/main" noGrp="1"/>
          </p:cNvSpPr>
          <p:nvPr/>
        </p:nvSpPr>
        <p:spPr>
          <a:xfrm xmlns:a="http://schemas.openxmlformats.org/drawingml/2006/main">
            <a:off x="521208" y="1764792"/>
            <a:ext cx="493776" cy="493776"/>
          </a:xfrm>
          <a:prstGeom xmlns:a="http://schemas.openxmlformats.org/drawingml/2006/main" prst="ellipse">
            <a:avLst/>
          </a:prstGeom>
          <a:solidFill xmlns:a="http://schemas.openxmlformats.org/drawingml/2006/main">
            <a:srgbClr val="1769FF"/>
          </a:solidFill>
          <a:ln xmlns:a="http://schemas.openxmlformats.org/drawingml/2006/main" w="19050">
            <a:solidFill>
              <a:srgbClr val="FFFFFF"/>
            </a:solidFill>
            <a:prstDash val="solid"/>
          </a:ln>
        </p:spPr>
      </p:sp>
      <p:sp>
        <p:nvSpPr>
          <p:cNvPr id="10" name="Text 8">
            <a:extLst xmlns:a="http://schemas.openxmlformats.org/drawingml/2006/main">
              <a:ext uri="{FF2B5EF4-FFF2-40B4-BE49-F238E27FC236}">
                <a16:creationId xmlns:a16="http://schemas.microsoft.com/office/drawing/2014/main" id="{9CAC0F35-FE7A-4697-A23E-AB301563E885}"/>
              </a:ext>
            </a:extLst>
          </p:cNvPr>
          <p:cNvSpPr>
            <a:spLocks xmlns:a="http://schemas.openxmlformats.org/drawingml/2006/main" noGrp="1"/>
          </p:cNvSpPr>
          <p:nvPr/>
        </p:nvSpPr>
        <p:spPr>
          <a:xfrm xmlns:a="http://schemas.openxmlformats.org/drawingml/2006/main">
            <a:off x="521208" y="1865376"/>
            <a:ext cx="493776"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50" b="1">
                <a:solidFill>
                  <a:srgbClr val="FFFFFF"/>
                </a:solidFill>
                <a:latin typeface="NanumGothic"/>
                <a:ea typeface="NanumGothic"/>
                <a:cs typeface="NanumGothic"/>
              </a:rPr>
              <a:t>1</a:t>
            </a:r>
            <a:endParaRPr sz="850"/>
          </a:p>
        </p:txBody>
      </p:sp>
      <p:sp>
        <p:nvSpPr>
          <p:cNvPr id="11" name="Text 9">
            <a:extLst xmlns:a="http://schemas.openxmlformats.org/drawingml/2006/main">
              <a:ext uri="{FF2B5EF4-FFF2-40B4-BE49-F238E27FC236}">
                <a16:creationId xmlns:a16="http://schemas.microsoft.com/office/drawing/2014/main" id="{DC1CDE50-E140-490F-9666-C2960D2C8C0B}"/>
              </a:ext>
            </a:extLst>
          </p:cNvPr>
          <p:cNvSpPr>
            <a:spLocks xmlns:a="http://schemas.openxmlformats.org/drawingml/2006/main" noGrp="1"/>
          </p:cNvSpPr>
          <p:nvPr/>
        </p:nvSpPr>
        <p:spPr>
          <a:xfrm xmlns:a="http://schemas.openxmlformats.org/drawingml/2006/main">
            <a:off x="347472" y="2322576"/>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675" b="1">
                <a:solidFill>
                  <a:srgbClr val="0B1F3A"/>
                </a:solidFill>
                <a:latin typeface="NanumGothic"/>
                <a:ea typeface="NanumGothic"/>
                <a:cs typeface="NanumGothic"/>
              </a:rPr>
              <a:t>0:00</a:t>
            </a:r>
            <a:endParaRPr sz="850"/>
          </a:p>
        </p:txBody>
      </p:sp>
      <p:sp>
        <p:nvSpPr>
          <p:cNvPr id="12" name="Text 10">
            <a:extLst xmlns:a="http://schemas.openxmlformats.org/drawingml/2006/main">
              <a:ext uri="{FF2B5EF4-FFF2-40B4-BE49-F238E27FC236}">
                <a16:creationId xmlns:a16="http://schemas.microsoft.com/office/drawing/2014/main" id="{0DE0A462-4CB4-4482-A14E-8B04EE3EE4B0}"/>
              </a:ext>
            </a:extLst>
          </p:cNvPr>
          <p:cNvSpPr>
            <a:spLocks xmlns:a="http://schemas.openxmlformats.org/drawingml/2006/main" noGrp="1"/>
          </p:cNvSpPr>
          <p:nvPr/>
        </p:nvSpPr>
        <p:spPr>
          <a:xfrm xmlns:a="http://schemas.openxmlformats.org/drawingml/2006/main">
            <a:off x="246888" y="2587752"/>
            <a:ext cx="1051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825">
                <a:solidFill>
                  <a:srgbClr val="667085"/>
                </a:solidFill>
                <a:latin typeface="NanumGothic"/>
                <a:ea typeface="NanumGothic"/>
                <a:cs typeface="NanumGothic"/>
              </a:rPr>
              <a:t>문제·AI 진입</a:t>
            </a:r>
            <a:endParaRPr sz="780"/>
          </a:p>
        </p:txBody>
      </p:sp>
      <p:sp>
        <p:nvSpPr>
          <p:cNvPr id="13" name="Shape 11">
            <a:extLst xmlns:a="http://schemas.openxmlformats.org/drawingml/2006/main">
              <a:ext uri="{FF2B5EF4-FFF2-40B4-BE49-F238E27FC236}">
                <a16:creationId xmlns:a16="http://schemas.microsoft.com/office/drawing/2014/main" id="{F240CBC9-CE69-4AFD-BC04-881137DA2F76}"/>
              </a:ext>
            </a:extLst>
          </p:cNvPr>
          <p:cNvSpPr>
            <a:spLocks xmlns:a="http://schemas.openxmlformats.org/drawingml/2006/main" noGrp="1"/>
          </p:cNvSpPr>
          <p:nvPr/>
        </p:nvSpPr>
        <p:spPr>
          <a:xfrm xmlns:a="http://schemas.openxmlformats.org/drawingml/2006/main">
            <a:off x="1682496" y="1764792"/>
            <a:ext cx="493776" cy="493776"/>
          </a:xfrm>
          <a:prstGeom xmlns:a="http://schemas.openxmlformats.org/drawingml/2006/main" prst="ellipse">
            <a:avLst/>
          </a:prstGeom>
          <a:solidFill xmlns:a="http://schemas.openxmlformats.org/drawingml/2006/main">
            <a:srgbClr val="1769FF"/>
          </a:solidFill>
          <a:ln xmlns:a="http://schemas.openxmlformats.org/drawingml/2006/main" w="19050">
            <a:solidFill>
              <a:srgbClr val="FFFFFF"/>
            </a:solidFill>
            <a:prstDash val="solid"/>
          </a:ln>
        </p:spPr>
      </p:sp>
      <p:sp>
        <p:nvSpPr>
          <p:cNvPr id="14" name="Text 12">
            <a:extLst xmlns:a="http://schemas.openxmlformats.org/drawingml/2006/main">
              <a:ext uri="{FF2B5EF4-FFF2-40B4-BE49-F238E27FC236}">
                <a16:creationId xmlns:a16="http://schemas.microsoft.com/office/drawing/2014/main" id="{37393CBB-CFD9-46F3-8CD7-43260A004173}"/>
              </a:ext>
            </a:extLst>
          </p:cNvPr>
          <p:cNvSpPr>
            <a:spLocks xmlns:a="http://schemas.openxmlformats.org/drawingml/2006/main" noGrp="1"/>
          </p:cNvSpPr>
          <p:nvPr/>
        </p:nvSpPr>
        <p:spPr>
          <a:xfrm xmlns:a="http://schemas.openxmlformats.org/drawingml/2006/main">
            <a:off x="1682496" y="1865376"/>
            <a:ext cx="493776"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50" b="1">
                <a:solidFill>
                  <a:srgbClr val="FFFFFF"/>
                </a:solidFill>
                <a:latin typeface="NanumGothic"/>
                <a:ea typeface="NanumGothic"/>
                <a:cs typeface="NanumGothic"/>
              </a:rPr>
              <a:t>2</a:t>
            </a:r>
            <a:endParaRPr sz="850"/>
          </a:p>
        </p:txBody>
      </p:sp>
      <p:sp>
        <p:nvSpPr>
          <p:cNvPr id="15" name="Text 13">
            <a:extLst xmlns:a="http://schemas.openxmlformats.org/drawingml/2006/main">
              <a:ext uri="{FF2B5EF4-FFF2-40B4-BE49-F238E27FC236}">
                <a16:creationId xmlns:a16="http://schemas.microsoft.com/office/drawing/2014/main" id="{9F9CA0FB-C9AC-4506-BD7D-F859DED06BB3}"/>
              </a:ext>
            </a:extLst>
          </p:cNvPr>
          <p:cNvSpPr>
            <a:spLocks xmlns:a="http://schemas.openxmlformats.org/drawingml/2006/main" noGrp="1"/>
          </p:cNvSpPr>
          <p:nvPr/>
        </p:nvSpPr>
        <p:spPr>
          <a:xfrm xmlns:a="http://schemas.openxmlformats.org/drawingml/2006/main">
            <a:off x="1508760" y="2322576"/>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675" b="1">
                <a:solidFill>
                  <a:srgbClr val="0B1F3A"/>
                </a:solidFill>
                <a:latin typeface="NanumGothic"/>
                <a:ea typeface="NanumGothic"/>
                <a:cs typeface="NanumGothic"/>
              </a:rPr>
              <a:t>0:18</a:t>
            </a:r>
            <a:endParaRPr sz="850"/>
          </a:p>
        </p:txBody>
      </p:sp>
      <p:sp>
        <p:nvSpPr>
          <p:cNvPr id="16" name="Text 14">
            <a:extLst xmlns:a="http://schemas.openxmlformats.org/drawingml/2006/main">
              <a:ext uri="{FF2B5EF4-FFF2-40B4-BE49-F238E27FC236}">
                <a16:creationId xmlns:a16="http://schemas.microsoft.com/office/drawing/2014/main" id="{5D58B982-B492-4A7E-AC2A-0284A40E2546}"/>
              </a:ext>
            </a:extLst>
          </p:cNvPr>
          <p:cNvSpPr>
            <a:spLocks xmlns:a="http://schemas.openxmlformats.org/drawingml/2006/main" noGrp="1"/>
          </p:cNvSpPr>
          <p:nvPr/>
        </p:nvSpPr>
        <p:spPr>
          <a:xfrm xmlns:a="http://schemas.openxmlformats.org/drawingml/2006/main">
            <a:off x="1408176" y="2587752"/>
            <a:ext cx="1051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825">
                <a:solidFill>
                  <a:srgbClr val="667085"/>
                </a:solidFill>
                <a:latin typeface="NanumGothic"/>
                <a:ea typeface="NanumGothic"/>
                <a:cs typeface="NanumGothic"/>
              </a:rPr>
              <a:t>조건·검토 범위</a:t>
            </a:r>
            <a:endParaRPr sz="780"/>
          </a:p>
        </p:txBody>
      </p:sp>
      <p:sp>
        <p:nvSpPr>
          <p:cNvPr id="17" name="Shape 15">
            <a:extLst xmlns:a="http://schemas.openxmlformats.org/drawingml/2006/main">
              <a:ext uri="{FF2B5EF4-FFF2-40B4-BE49-F238E27FC236}">
                <a16:creationId xmlns:a16="http://schemas.microsoft.com/office/drawing/2014/main" id="{E8E232EB-0219-4E6A-82B0-C39779D925B9}"/>
              </a:ext>
            </a:extLst>
          </p:cNvPr>
          <p:cNvSpPr>
            <a:spLocks xmlns:a="http://schemas.openxmlformats.org/drawingml/2006/main" noGrp="1"/>
          </p:cNvSpPr>
          <p:nvPr/>
        </p:nvSpPr>
        <p:spPr>
          <a:xfrm xmlns:a="http://schemas.openxmlformats.org/drawingml/2006/main">
            <a:off x="2843784" y="1764792"/>
            <a:ext cx="493776" cy="493776"/>
          </a:xfrm>
          <a:prstGeom xmlns:a="http://schemas.openxmlformats.org/drawingml/2006/main" prst="ellipse">
            <a:avLst/>
          </a:prstGeom>
          <a:solidFill xmlns:a="http://schemas.openxmlformats.org/drawingml/2006/main">
            <a:srgbClr val="1769FF"/>
          </a:solidFill>
          <a:ln xmlns:a="http://schemas.openxmlformats.org/drawingml/2006/main" w="19050">
            <a:solidFill>
              <a:srgbClr val="FFFFFF"/>
            </a:solidFill>
            <a:prstDash val="solid"/>
          </a:ln>
        </p:spPr>
      </p:sp>
      <p:sp>
        <p:nvSpPr>
          <p:cNvPr id="18" name="Text 16">
            <a:extLst xmlns:a="http://schemas.openxmlformats.org/drawingml/2006/main">
              <a:ext uri="{FF2B5EF4-FFF2-40B4-BE49-F238E27FC236}">
                <a16:creationId xmlns:a16="http://schemas.microsoft.com/office/drawing/2014/main" id="{66BD1050-F0B7-435E-81E9-61BF720FCFDE}"/>
              </a:ext>
            </a:extLst>
          </p:cNvPr>
          <p:cNvSpPr>
            <a:spLocks xmlns:a="http://schemas.openxmlformats.org/drawingml/2006/main" noGrp="1"/>
          </p:cNvSpPr>
          <p:nvPr/>
        </p:nvSpPr>
        <p:spPr>
          <a:xfrm xmlns:a="http://schemas.openxmlformats.org/drawingml/2006/main">
            <a:off x="2843784" y="1865376"/>
            <a:ext cx="493776"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50" b="1">
                <a:solidFill>
                  <a:srgbClr val="FFFFFF"/>
                </a:solidFill>
                <a:latin typeface="NanumGothic"/>
                <a:ea typeface="NanumGothic"/>
                <a:cs typeface="NanumGothic"/>
              </a:rPr>
              <a:t>3</a:t>
            </a:r>
            <a:endParaRPr sz="850"/>
          </a:p>
        </p:txBody>
      </p:sp>
      <p:sp>
        <p:nvSpPr>
          <p:cNvPr id="19" name="Text 17">
            <a:extLst xmlns:a="http://schemas.openxmlformats.org/drawingml/2006/main">
              <a:ext uri="{FF2B5EF4-FFF2-40B4-BE49-F238E27FC236}">
                <a16:creationId xmlns:a16="http://schemas.microsoft.com/office/drawing/2014/main" id="{D94B78C3-4703-45A9-9800-CEE84FB653C8}"/>
              </a:ext>
            </a:extLst>
          </p:cNvPr>
          <p:cNvSpPr>
            <a:spLocks xmlns:a="http://schemas.openxmlformats.org/drawingml/2006/main" noGrp="1"/>
          </p:cNvSpPr>
          <p:nvPr/>
        </p:nvSpPr>
        <p:spPr>
          <a:xfrm xmlns:a="http://schemas.openxmlformats.org/drawingml/2006/main">
            <a:off x="2670048" y="2322576"/>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675" b="1">
                <a:solidFill>
                  <a:srgbClr val="0B1F3A"/>
                </a:solidFill>
                <a:latin typeface="NanumGothic"/>
                <a:ea typeface="NanumGothic"/>
                <a:cs typeface="NanumGothic"/>
              </a:rPr>
              <a:t>0:35</a:t>
            </a:r>
            <a:endParaRPr sz="850"/>
          </a:p>
        </p:txBody>
      </p:sp>
      <p:sp>
        <p:nvSpPr>
          <p:cNvPr id="20" name="Text 18">
            <a:extLst xmlns:a="http://schemas.openxmlformats.org/drawingml/2006/main">
              <a:ext uri="{FF2B5EF4-FFF2-40B4-BE49-F238E27FC236}">
                <a16:creationId xmlns:a16="http://schemas.microsoft.com/office/drawing/2014/main" id="{C5DBE66E-928C-456D-B83C-FAC5BE277D03}"/>
              </a:ext>
            </a:extLst>
          </p:cNvPr>
          <p:cNvSpPr>
            <a:spLocks xmlns:a="http://schemas.openxmlformats.org/drawingml/2006/main" noGrp="1"/>
          </p:cNvSpPr>
          <p:nvPr/>
        </p:nvSpPr>
        <p:spPr>
          <a:xfrm xmlns:a="http://schemas.openxmlformats.org/drawingml/2006/main">
            <a:off x="2569464" y="2587752"/>
            <a:ext cx="1051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825">
                <a:solidFill>
                  <a:srgbClr val="667085"/>
                </a:solidFill>
                <a:latin typeface="NanumGothic"/>
                <a:ea typeface="NanumGothic"/>
                <a:cs typeface="NanumGothic"/>
              </a:rPr>
              <a:t>AI 역제안</a:t>
            </a:r>
            <a:endParaRPr sz="780"/>
          </a:p>
        </p:txBody>
      </p:sp>
      <p:sp>
        <p:nvSpPr>
          <p:cNvPr id="21" name="Shape 19">
            <a:extLst xmlns:a="http://schemas.openxmlformats.org/drawingml/2006/main">
              <a:ext uri="{FF2B5EF4-FFF2-40B4-BE49-F238E27FC236}">
                <a16:creationId xmlns:a16="http://schemas.microsoft.com/office/drawing/2014/main" id="{DED88FBA-BAFD-4B95-B56A-1FC9FB9B2751}"/>
              </a:ext>
            </a:extLst>
          </p:cNvPr>
          <p:cNvSpPr>
            <a:spLocks xmlns:a="http://schemas.openxmlformats.org/drawingml/2006/main" noGrp="1"/>
          </p:cNvSpPr>
          <p:nvPr/>
        </p:nvSpPr>
        <p:spPr>
          <a:xfrm xmlns:a="http://schemas.openxmlformats.org/drawingml/2006/main">
            <a:off x="4005072" y="1764792"/>
            <a:ext cx="493776" cy="493776"/>
          </a:xfrm>
          <a:prstGeom xmlns:a="http://schemas.openxmlformats.org/drawingml/2006/main" prst="ellipse">
            <a:avLst/>
          </a:prstGeom>
          <a:solidFill xmlns:a="http://schemas.openxmlformats.org/drawingml/2006/main">
            <a:srgbClr val="1769FF"/>
          </a:solidFill>
          <a:ln xmlns:a="http://schemas.openxmlformats.org/drawingml/2006/main" w="19050">
            <a:solidFill>
              <a:srgbClr val="FFFFFF"/>
            </a:solidFill>
            <a:prstDash val="solid"/>
          </a:ln>
        </p:spPr>
      </p:sp>
      <p:sp>
        <p:nvSpPr>
          <p:cNvPr id="22" name="Text 20">
            <a:extLst xmlns:a="http://schemas.openxmlformats.org/drawingml/2006/main">
              <a:ext uri="{FF2B5EF4-FFF2-40B4-BE49-F238E27FC236}">
                <a16:creationId xmlns:a16="http://schemas.microsoft.com/office/drawing/2014/main" id="{C76FB982-81DD-4C1E-930B-0353909793AA}"/>
              </a:ext>
            </a:extLst>
          </p:cNvPr>
          <p:cNvSpPr>
            <a:spLocks xmlns:a="http://schemas.openxmlformats.org/drawingml/2006/main" noGrp="1"/>
          </p:cNvSpPr>
          <p:nvPr/>
        </p:nvSpPr>
        <p:spPr>
          <a:xfrm xmlns:a="http://schemas.openxmlformats.org/drawingml/2006/main">
            <a:off x="4005072" y="1865376"/>
            <a:ext cx="493776"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50" b="1">
                <a:solidFill>
                  <a:srgbClr val="FFFFFF"/>
                </a:solidFill>
                <a:latin typeface="NanumGothic"/>
                <a:ea typeface="NanumGothic"/>
                <a:cs typeface="NanumGothic"/>
              </a:rPr>
              <a:t>4</a:t>
            </a:r>
            <a:endParaRPr sz="850"/>
          </a:p>
        </p:txBody>
      </p:sp>
      <p:sp>
        <p:nvSpPr>
          <p:cNvPr id="23" name="Text 21">
            <a:extLst xmlns:a="http://schemas.openxmlformats.org/drawingml/2006/main">
              <a:ext uri="{FF2B5EF4-FFF2-40B4-BE49-F238E27FC236}">
                <a16:creationId xmlns:a16="http://schemas.microsoft.com/office/drawing/2014/main" id="{D5C886E1-9CE1-419C-974B-EA461AA929C5}"/>
              </a:ext>
            </a:extLst>
          </p:cNvPr>
          <p:cNvSpPr>
            <a:spLocks xmlns:a="http://schemas.openxmlformats.org/drawingml/2006/main" noGrp="1"/>
          </p:cNvSpPr>
          <p:nvPr/>
        </p:nvSpPr>
        <p:spPr>
          <a:xfrm xmlns:a="http://schemas.openxmlformats.org/drawingml/2006/main">
            <a:off x="3831336" y="2322576"/>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675" b="1">
                <a:solidFill>
                  <a:srgbClr val="0B1F3A"/>
                </a:solidFill>
                <a:latin typeface="NanumGothic"/>
                <a:ea typeface="NanumGothic"/>
                <a:cs typeface="NanumGothic"/>
              </a:rPr>
              <a:t>0:52</a:t>
            </a:r>
            <a:endParaRPr sz="850"/>
          </a:p>
        </p:txBody>
      </p:sp>
      <p:sp>
        <p:nvSpPr>
          <p:cNvPr id="24" name="Text 22">
            <a:extLst xmlns:a="http://schemas.openxmlformats.org/drawingml/2006/main">
              <a:ext uri="{FF2B5EF4-FFF2-40B4-BE49-F238E27FC236}">
                <a16:creationId xmlns:a16="http://schemas.microsoft.com/office/drawing/2014/main" id="{8F46F4F0-7389-4EDE-9AFD-BA08AED8E4B6}"/>
              </a:ext>
            </a:extLst>
          </p:cNvPr>
          <p:cNvSpPr>
            <a:spLocks xmlns:a="http://schemas.openxmlformats.org/drawingml/2006/main" noGrp="1"/>
          </p:cNvSpPr>
          <p:nvPr/>
        </p:nvSpPr>
        <p:spPr>
          <a:xfrm xmlns:a="http://schemas.openxmlformats.org/drawingml/2006/main">
            <a:off x="3730752" y="2587752"/>
            <a:ext cx="1051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825">
                <a:solidFill>
                  <a:srgbClr val="667085"/>
                </a:solidFill>
                <a:latin typeface="NanumGothic"/>
                <a:ea typeface="NanumGothic"/>
                <a:cs typeface="NanumGothic"/>
              </a:rPr>
              <a:t>D2D 근거 비교</a:t>
            </a:r>
            <a:endParaRPr sz="780"/>
          </a:p>
        </p:txBody>
      </p:sp>
      <p:sp>
        <p:nvSpPr>
          <p:cNvPr id="25" name="Shape 23">
            <a:extLst xmlns:a="http://schemas.openxmlformats.org/drawingml/2006/main">
              <a:ext uri="{FF2B5EF4-FFF2-40B4-BE49-F238E27FC236}">
                <a16:creationId xmlns:a16="http://schemas.microsoft.com/office/drawing/2014/main" id="{F6647669-CACE-489A-8209-6BB6EE247FB1}"/>
              </a:ext>
            </a:extLst>
          </p:cNvPr>
          <p:cNvSpPr>
            <a:spLocks xmlns:a="http://schemas.openxmlformats.org/drawingml/2006/main" noGrp="1"/>
          </p:cNvSpPr>
          <p:nvPr/>
        </p:nvSpPr>
        <p:spPr>
          <a:xfrm xmlns:a="http://schemas.openxmlformats.org/drawingml/2006/main">
            <a:off x="5166360" y="1764792"/>
            <a:ext cx="493776" cy="493776"/>
          </a:xfrm>
          <a:prstGeom xmlns:a="http://schemas.openxmlformats.org/drawingml/2006/main" prst="ellipse">
            <a:avLst/>
          </a:prstGeom>
          <a:solidFill xmlns:a="http://schemas.openxmlformats.org/drawingml/2006/main">
            <a:srgbClr val="0A7C50"/>
          </a:solidFill>
          <a:ln xmlns:a="http://schemas.openxmlformats.org/drawingml/2006/main" w="19050">
            <a:solidFill>
              <a:srgbClr val="FFFFFF"/>
            </a:solidFill>
            <a:prstDash val="solid"/>
          </a:ln>
        </p:spPr>
      </p:sp>
      <p:sp>
        <p:nvSpPr>
          <p:cNvPr id="26" name="Text 24">
            <a:extLst xmlns:a="http://schemas.openxmlformats.org/drawingml/2006/main">
              <a:ext uri="{FF2B5EF4-FFF2-40B4-BE49-F238E27FC236}">
                <a16:creationId xmlns:a16="http://schemas.microsoft.com/office/drawing/2014/main" id="{69E944C5-3424-4FDC-9F96-E7E69101E0B6}"/>
              </a:ext>
            </a:extLst>
          </p:cNvPr>
          <p:cNvSpPr>
            <a:spLocks xmlns:a="http://schemas.openxmlformats.org/drawingml/2006/main" noGrp="1"/>
          </p:cNvSpPr>
          <p:nvPr/>
        </p:nvSpPr>
        <p:spPr>
          <a:xfrm xmlns:a="http://schemas.openxmlformats.org/drawingml/2006/main">
            <a:off x="5166360" y="1865376"/>
            <a:ext cx="493776"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50" b="1">
                <a:solidFill>
                  <a:srgbClr val="FFFFFF"/>
                </a:solidFill>
                <a:latin typeface="NanumGothic"/>
                <a:ea typeface="NanumGothic"/>
                <a:cs typeface="NanumGothic"/>
              </a:rPr>
              <a:t>5</a:t>
            </a:r>
            <a:endParaRPr sz="850"/>
          </a:p>
        </p:txBody>
      </p:sp>
      <p:sp>
        <p:nvSpPr>
          <p:cNvPr id="27" name="Text 25">
            <a:extLst xmlns:a="http://schemas.openxmlformats.org/drawingml/2006/main">
              <a:ext uri="{FF2B5EF4-FFF2-40B4-BE49-F238E27FC236}">
                <a16:creationId xmlns:a16="http://schemas.microsoft.com/office/drawing/2014/main" id="{C33C7230-5B97-4CEA-A031-F26A24A03593}"/>
              </a:ext>
            </a:extLst>
          </p:cNvPr>
          <p:cNvSpPr>
            <a:spLocks xmlns:a="http://schemas.openxmlformats.org/drawingml/2006/main" noGrp="1"/>
          </p:cNvSpPr>
          <p:nvPr/>
        </p:nvSpPr>
        <p:spPr>
          <a:xfrm xmlns:a="http://schemas.openxmlformats.org/drawingml/2006/main">
            <a:off x="4992624" y="2322576"/>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675" b="1">
                <a:solidFill>
                  <a:srgbClr val="0B1F3A"/>
                </a:solidFill>
                <a:latin typeface="NanumGothic"/>
                <a:ea typeface="NanumGothic"/>
                <a:cs typeface="NanumGothic"/>
              </a:rPr>
              <a:t>1:08</a:t>
            </a:r>
            <a:endParaRPr sz="850"/>
          </a:p>
        </p:txBody>
      </p:sp>
      <p:sp>
        <p:nvSpPr>
          <p:cNvPr id="28" name="Text 26">
            <a:extLst xmlns:a="http://schemas.openxmlformats.org/drawingml/2006/main">
              <a:ext uri="{FF2B5EF4-FFF2-40B4-BE49-F238E27FC236}">
                <a16:creationId xmlns:a16="http://schemas.microsoft.com/office/drawing/2014/main" id="{A94B03BC-05D6-45E6-BE9D-A9C7F318EB5C}"/>
              </a:ext>
            </a:extLst>
          </p:cNvPr>
          <p:cNvSpPr>
            <a:spLocks xmlns:a="http://schemas.openxmlformats.org/drawingml/2006/main" noGrp="1"/>
          </p:cNvSpPr>
          <p:nvPr/>
        </p:nvSpPr>
        <p:spPr>
          <a:xfrm xmlns:a="http://schemas.openxmlformats.org/drawingml/2006/main">
            <a:off x="4892040" y="2587752"/>
            <a:ext cx="1051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825">
                <a:solidFill>
                  <a:srgbClr val="667085"/>
                </a:solidFill>
                <a:latin typeface="NanumGothic"/>
                <a:ea typeface="NanumGothic"/>
                <a:cs typeface="NanumGothic"/>
              </a:rPr>
              <a:t>18TEU·단가</a:t>
            </a:r>
            <a:endParaRPr sz="780"/>
          </a:p>
        </p:txBody>
      </p:sp>
      <p:sp>
        <p:nvSpPr>
          <p:cNvPr id="29" name="Shape 27">
            <a:extLst xmlns:a="http://schemas.openxmlformats.org/drawingml/2006/main">
              <a:ext uri="{FF2B5EF4-FFF2-40B4-BE49-F238E27FC236}">
                <a16:creationId xmlns:a16="http://schemas.microsoft.com/office/drawing/2014/main" id="{47262DFC-584C-4871-8AA9-E8662DA5E023}"/>
              </a:ext>
            </a:extLst>
          </p:cNvPr>
          <p:cNvSpPr>
            <a:spLocks xmlns:a="http://schemas.openxmlformats.org/drawingml/2006/main" noGrp="1"/>
          </p:cNvSpPr>
          <p:nvPr/>
        </p:nvSpPr>
        <p:spPr>
          <a:xfrm xmlns:a="http://schemas.openxmlformats.org/drawingml/2006/main">
            <a:off x="6327648" y="1764792"/>
            <a:ext cx="493776" cy="493776"/>
          </a:xfrm>
          <a:prstGeom xmlns:a="http://schemas.openxmlformats.org/drawingml/2006/main" prst="ellipse">
            <a:avLst/>
          </a:prstGeom>
          <a:solidFill xmlns:a="http://schemas.openxmlformats.org/drawingml/2006/main">
            <a:srgbClr val="0A7C50"/>
          </a:solidFill>
          <a:ln xmlns:a="http://schemas.openxmlformats.org/drawingml/2006/main" w="19050">
            <a:solidFill>
              <a:srgbClr val="FFFFFF"/>
            </a:solidFill>
            <a:prstDash val="solid"/>
          </a:ln>
        </p:spPr>
      </p:sp>
      <p:sp>
        <p:nvSpPr>
          <p:cNvPr id="30" name="Text 28">
            <a:extLst xmlns:a="http://schemas.openxmlformats.org/drawingml/2006/main">
              <a:ext uri="{FF2B5EF4-FFF2-40B4-BE49-F238E27FC236}">
                <a16:creationId xmlns:a16="http://schemas.microsoft.com/office/drawing/2014/main" id="{4379C759-53E4-45F3-B9F7-A37EFCD3B83E}"/>
              </a:ext>
            </a:extLst>
          </p:cNvPr>
          <p:cNvSpPr>
            <a:spLocks xmlns:a="http://schemas.openxmlformats.org/drawingml/2006/main" noGrp="1"/>
          </p:cNvSpPr>
          <p:nvPr/>
        </p:nvSpPr>
        <p:spPr>
          <a:xfrm xmlns:a="http://schemas.openxmlformats.org/drawingml/2006/main">
            <a:off x="6327648" y="1865376"/>
            <a:ext cx="493776"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50" b="1">
                <a:solidFill>
                  <a:srgbClr val="FFFFFF"/>
                </a:solidFill>
                <a:latin typeface="NanumGothic"/>
                <a:ea typeface="NanumGothic"/>
                <a:cs typeface="NanumGothic"/>
              </a:rPr>
              <a:t>6</a:t>
            </a:r>
            <a:endParaRPr sz="850"/>
          </a:p>
        </p:txBody>
      </p:sp>
      <p:sp>
        <p:nvSpPr>
          <p:cNvPr id="31" name="Text 29">
            <a:extLst xmlns:a="http://schemas.openxmlformats.org/drawingml/2006/main">
              <a:ext uri="{FF2B5EF4-FFF2-40B4-BE49-F238E27FC236}">
                <a16:creationId xmlns:a16="http://schemas.microsoft.com/office/drawing/2014/main" id="{74523C7F-2E75-4A31-AA5F-450C124CBA35}"/>
              </a:ext>
            </a:extLst>
          </p:cNvPr>
          <p:cNvSpPr>
            <a:spLocks xmlns:a="http://schemas.openxmlformats.org/drawingml/2006/main" noGrp="1"/>
          </p:cNvSpPr>
          <p:nvPr/>
        </p:nvSpPr>
        <p:spPr>
          <a:xfrm xmlns:a="http://schemas.openxmlformats.org/drawingml/2006/main">
            <a:off x="6153912" y="2322576"/>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675" b="1">
                <a:solidFill>
                  <a:srgbClr val="0B1F3A"/>
                </a:solidFill>
                <a:latin typeface="NanumGothic"/>
                <a:ea typeface="NanumGothic"/>
                <a:cs typeface="NanumGothic"/>
              </a:rPr>
              <a:t>1:25</a:t>
            </a:r>
            <a:endParaRPr sz="850"/>
          </a:p>
        </p:txBody>
      </p:sp>
      <p:sp>
        <p:nvSpPr>
          <p:cNvPr id="32" name="Text 30">
            <a:extLst xmlns:a="http://schemas.openxmlformats.org/drawingml/2006/main">
              <a:ext uri="{FF2B5EF4-FFF2-40B4-BE49-F238E27FC236}">
                <a16:creationId xmlns:a16="http://schemas.microsoft.com/office/drawing/2014/main" id="{E25E9B45-FD89-4616-ACC2-387D124E5D7F}"/>
              </a:ext>
            </a:extLst>
          </p:cNvPr>
          <p:cNvSpPr>
            <a:spLocks xmlns:a="http://schemas.openxmlformats.org/drawingml/2006/main" noGrp="1"/>
          </p:cNvSpPr>
          <p:nvPr/>
        </p:nvSpPr>
        <p:spPr>
          <a:xfrm xmlns:a="http://schemas.openxmlformats.org/drawingml/2006/main">
            <a:off x="6053328" y="2587752"/>
            <a:ext cx="1051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825">
                <a:solidFill>
                  <a:srgbClr val="667085"/>
                </a:solidFill>
                <a:latin typeface="NanumGothic"/>
                <a:ea typeface="NanumGothic"/>
                <a:cs typeface="NanumGothic"/>
              </a:rPr>
              <a:t>이탈·실시간 알림</a:t>
            </a:r>
            <a:endParaRPr sz="780"/>
          </a:p>
        </p:txBody>
      </p:sp>
      <p:sp>
        <p:nvSpPr>
          <p:cNvPr id="33" name="Shape 31">
            <a:extLst xmlns:a="http://schemas.openxmlformats.org/drawingml/2006/main">
              <a:ext uri="{FF2B5EF4-FFF2-40B4-BE49-F238E27FC236}">
                <a16:creationId xmlns:a16="http://schemas.microsoft.com/office/drawing/2014/main" id="{4DE4211C-73B2-45BA-A10B-512E682245A9}"/>
              </a:ext>
            </a:extLst>
          </p:cNvPr>
          <p:cNvSpPr>
            <a:spLocks xmlns:a="http://schemas.openxmlformats.org/drawingml/2006/main" noGrp="1"/>
          </p:cNvSpPr>
          <p:nvPr/>
        </p:nvSpPr>
        <p:spPr>
          <a:xfrm xmlns:a="http://schemas.openxmlformats.org/drawingml/2006/main">
            <a:off x="7488936" y="1764792"/>
            <a:ext cx="493776" cy="493776"/>
          </a:xfrm>
          <a:prstGeom xmlns:a="http://schemas.openxmlformats.org/drawingml/2006/main" prst="ellipse">
            <a:avLst/>
          </a:prstGeom>
          <a:solidFill xmlns:a="http://schemas.openxmlformats.org/drawingml/2006/main">
            <a:srgbClr val="0A7C50"/>
          </a:solidFill>
          <a:ln xmlns:a="http://schemas.openxmlformats.org/drawingml/2006/main" w="19050">
            <a:solidFill>
              <a:srgbClr val="FFFFFF"/>
            </a:solidFill>
            <a:prstDash val="solid"/>
          </a:ln>
        </p:spPr>
      </p:sp>
      <p:sp>
        <p:nvSpPr>
          <p:cNvPr id="34" name="Text 32">
            <a:extLst xmlns:a="http://schemas.openxmlformats.org/drawingml/2006/main">
              <a:ext uri="{FF2B5EF4-FFF2-40B4-BE49-F238E27FC236}">
                <a16:creationId xmlns:a16="http://schemas.microsoft.com/office/drawing/2014/main" id="{798FAA67-6C43-4EFE-AB2E-408FA9365248}"/>
              </a:ext>
            </a:extLst>
          </p:cNvPr>
          <p:cNvSpPr>
            <a:spLocks xmlns:a="http://schemas.openxmlformats.org/drawingml/2006/main" noGrp="1"/>
          </p:cNvSpPr>
          <p:nvPr/>
        </p:nvSpPr>
        <p:spPr>
          <a:xfrm xmlns:a="http://schemas.openxmlformats.org/drawingml/2006/main">
            <a:off x="7488936" y="1865376"/>
            <a:ext cx="493776"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50" b="1">
                <a:solidFill>
                  <a:srgbClr val="FFFFFF"/>
                </a:solidFill>
                <a:latin typeface="NanumGothic"/>
                <a:ea typeface="NanumGothic"/>
                <a:cs typeface="NanumGothic"/>
              </a:rPr>
              <a:t>7</a:t>
            </a:r>
            <a:endParaRPr sz="850"/>
          </a:p>
        </p:txBody>
      </p:sp>
      <p:sp>
        <p:nvSpPr>
          <p:cNvPr id="35" name="Text 33">
            <a:extLst xmlns:a="http://schemas.openxmlformats.org/drawingml/2006/main">
              <a:ext uri="{FF2B5EF4-FFF2-40B4-BE49-F238E27FC236}">
                <a16:creationId xmlns:a16="http://schemas.microsoft.com/office/drawing/2014/main" id="{FED39C0C-C68D-4D0C-B11D-8BD446988518}"/>
              </a:ext>
            </a:extLst>
          </p:cNvPr>
          <p:cNvSpPr>
            <a:spLocks xmlns:a="http://schemas.openxmlformats.org/drawingml/2006/main" noGrp="1"/>
          </p:cNvSpPr>
          <p:nvPr/>
        </p:nvSpPr>
        <p:spPr>
          <a:xfrm xmlns:a="http://schemas.openxmlformats.org/drawingml/2006/main">
            <a:off x="7315200" y="2322576"/>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675" b="1">
                <a:solidFill>
                  <a:srgbClr val="0B1F3A"/>
                </a:solidFill>
                <a:latin typeface="NanumGothic"/>
                <a:ea typeface="NanumGothic"/>
                <a:cs typeface="NanumGothic"/>
              </a:rPr>
              <a:t>1:42</a:t>
            </a:r>
            <a:endParaRPr sz="850"/>
          </a:p>
        </p:txBody>
      </p:sp>
      <p:sp>
        <p:nvSpPr>
          <p:cNvPr id="36" name="Text 34">
            <a:extLst xmlns:a="http://schemas.openxmlformats.org/drawingml/2006/main">
              <a:ext uri="{FF2B5EF4-FFF2-40B4-BE49-F238E27FC236}">
                <a16:creationId xmlns:a16="http://schemas.microsoft.com/office/drawing/2014/main" id="{EA9FFDFF-3FD1-4D57-9C6A-14EB9F9321A6}"/>
              </a:ext>
            </a:extLst>
          </p:cNvPr>
          <p:cNvSpPr>
            <a:spLocks xmlns:a="http://schemas.openxmlformats.org/drawingml/2006/main" noGrp="1"/>
          </p:cNvSpPr>
          <p:nvPr/>
        </p:nvSpPr>
        <p:spPr>
          <a:xfrm xmlns:a="http://schemas.openxmlformats.org/drawingml/2006/main">
            <a:off x="7214616" y="2587752"/>
            <a:ext cx="1051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825">
                <a:solidFill>
                  <a:srgbClr val="667085"/>
                </a:solidFill>
                <a:latin typeface="NanumGothic"/>
                <a:ea typeface="NanumGothic"/>
                <a:cs typeface="NanumGothic"/>
              </a:rPr>
              <a:t>검토 요청·사유</a:t>
            </a:r>
            <a:endParaRPr sz="780"/>
          </a:p>
        </p:txBody>
      </p:sp>
      <p:sp>
        <p:nvSpPr>
          <p:cNvPr id="37" name="Shape 35">
            <a:extLst xmlns:a="http://schemas.openxmlformats.org/drawingml/2006/main">
              <a:ext uri="{FF2B5EF4-FFF2-40B4-BE49-F238E27FC236}">
                <a16:creationId xmlns:a16="http://schemas.microsoft.com/office/drawing/2014/main" id="{FB009BDE-2171-4ECF-A6EE-9DF850DF9EBF}"/>
              </a:ext>
            </a:extLst>
          </p:cNvPr>
          <p:cNvSpPr>
            <a:spLocks xmlns:a="http://schemas.openxmlformats.org/drawingml/2006/main" noGrp="1"/>
          </p:cNvSpPr>
          <p:nvPr/>
        </p:nvSpPr>
        <p:spPr>
          <a:xfrm xmlns:a="http://schemas.openxmlformats.org/drawingml/2006/main">
            <a:off x="502920" y="3127248"/>
            <a:ext cx="5120640" cy="2112264"/>
          </a:xfrm>
          <a:prstGeom xmlns:a="http://schemas.openxmlformats.org/drawingml/2006/main" prst="roundRect">
            <a:avLst>
              <a:gd name="adj" fmla="val 3463"/>
            </a:avLst>
          </a:prstGeom>
          <a:solidFill xmlns:a="http://schemas.openxmlformats.org/drawingml/2006/main">
            <a:srgbClr val="FFFFFF"/>
          </a:solidFill>
          <a:ln xmlns:a="http://schemas.openxmlformats.org/drawingml/2006/main" w="10160">
            <a:solidFill>
              <a:srgbClr val="D7DFEA"/>
            </a:solidFill>
            <a:prstDash val="solid"/>
          </a:ln>
        </p:spPr>
      </p:sp>
      <p:sp>
        <p:nvSpPr>
          <p:cNvPr id="38" name="Text 36">
            <a:extLst xmlns:a="http://schemas.openxmlformats.org/drawingml/2006/main">
              <a:ext uri="{FF2B5EF4-FFF2-40B4-BE49-F238E27FC236}">
                <a16:creationId xmlns:a16="http://schemas.microsoft.com/office/drawing/2014/main" id="{FF726F79-D7DF-4A96-A06F-018AC1002417}"/>
              </a:ext>
            </a:extLst>
          </p:cNvPr>
          <p:cNvSpPr>
            <a:spLocks xmlns:a="http://schemas.openxmlformats.org/drawingml/2006/main" noGrp="1"/>
          </p:cNvSpPr>
          <p:nvPr/>
        </p:nvSpPr>
        <p:spPr>
          <a:xfrm xmlns:a="http://schemas.openxmlformats.org/drawingml/2006/main">
            <a:off x="731520" y="3355848"/>
            <a:ext cx="18745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220" b="1">
                <a:solidFill>
                  <a:srgbClr val="0B1F3A"/>
                </a:solidFill>
                <a:latin typeface="NanumGothic"/>
                <a:ea typeface="NanumGothic"/>
                <a:cs typeface="NanumGothic"/>
              </a:rPr>
              <a:t>안전·신뢰 체크리스트</a:t>
            </a:r>
            <a:endParaRPr sz="1220"/>
          </a:p>
        </p:txBody>
      </p:sp>
      <p:sp>
        <p:nvSpPr>
          <p:cNvPr id="39" name="Shape 37">
            <a:extLst xmlns:a="http://schemas.openxmlformats.org/drawingml/2006/main">
              <a:ext uri="{FF2B5EF4-FFF2-40B4-BE49-F238E27FC236}">
                <a16:creationId xmlns:a16="http://schemas.microsoft.com/office/drawing/2014/main" id="{20837273-1F8E-4B47-A2C5-08FD4BAE08E1}"/>
              </a:ext>
            </a:extLst>
          </p:cNvPr>
          <p:cNvSpPr>
            <a:spLocks xmlns:a="http://schemas.openxmlformats.org/drawingml/2006/main" noGrp="1"/>
          </p:cNvSpPr>
          <p:nvPr/>
        </p:nvSpPr>
        <p:spPr>
          <a:xfrm xmlns:a="http://schemas.openxmlformats.org/drawingml/2006/main">
            <a:off x="758952" y="3803904"/>
            <a:ext cx="164592" cy="164592"/>
          </a:xfrm>
          <a:prstGeom xmlns:a="http://schemas.openxmlformats.org/drawingml/2006/main" prst="ellipse">
            <a:avLst/>
          </a:prstGeom>
          <a:solidFill xmlns:a="http://schemas.openxmlformats.org/drawingml/2006/main">
            <a:srgbClr val="39D98A"/>
          </a:solidFill>
          <a:ln xmlns:a="http://schemas.openxmlformats.org/drawingml/2006/main" w="12700">
            <a:solidFill>
              <a:srgbClr val="39D98A"/>
            </a:solidFill>
            <a:prstDash val="solid"/>
          </a:ln>
        </p:spPr>
      </p:sp>
      <p:sp>
        <p:nvSpPr>
          <p:cNvPr id="40" name="Text 38">
            <a:extLst xmlns:a="http://schemas.openxmlformats.org/drawingml/2006/main">
              <a:ext uri="{FF2B5EF4-FFF2-40B4-BE49-F238E27FC236}">
                <a16:creationId xmlns:a16="http://schemas.microsoft.com/office/drawing/2014/main" id="{96A4B0A3-85D3-4852-BFAF-20E34FED857B}"/>
              </a:ext>
            </a:extLst>
          </p:cNvPr>
          <p:cNvSpPr>
            <a:spLocks xmlns:a="http://schemas.openxmlformats.org/drawingml/2006/main" noGrp="1"/>
          </p:cNvSpPr>
          <p:nvPr/>
        </p:nvSpPr>
        <p:spPr>
          <a:xfrm xmlns:a="http://schemas.openxmlformats.org/drawingml/2006/main">
            <a:off x="749808" y="3776472"/>
            <a:ext cx="182880" cy="1737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00" b="1">
                <a:solidFill>
                  <a:srgbClr val="FFFFFF"/>
                </a:solidFill>
                <a:latin typeface="NanumGothic"/>
                <a:ea typeface="NanumGothic"/>
                <a:cs typeface="NanumGothic"/>
              </a:rPr>
              <a:t>✓</a:t>
            </a:r>
            <a:endParaRPr sz="800"/>
          </a:p>
        </p:txBody>
      </p:sp>
      <p:sp>
        <p:nvSpPr>
          <p:cNvPr id="41" name="Text 39">
            <a:extLst xmlns:a="http://schemas.openxmlformats.org/drawingml/2006/main">
              <a:ext uri="{FF2B5EF4-FFF2-40B4-BE49-F238E27FC236}">
                <a16:creationId xmlns:a16="http://schemas.microsoft.com/office/drawing/2014/main" id="{06DF1D24-FA9A-497A-898C-624D98FFADBC}"/>
              </a:ext>
            </a:extLst>
          </p:cNvPr>
          <p:cNvSpPr>
            <a:spLocks xmlns:a="http://schemas.openxmlformats.org/drawingml/2006/main" noGrp="1"/>
          </p:cNvSpPr>
          <p:nvPr/>
        </p:nvSpPr>
        <p:spPr>
          <a:xfrm xmlns:a="http://schemas.openxmlformats.org/drawingml/2006/main">
            <a:off x="1042416" y="3749040"/>
            <a:ext cx="431596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90">
                <a:solidFill>
                  <a:srgbClr val="172033"/>
                </a:solidFill>
                <a:latin typeface="NanumGothic"/>
                <a:ea typeface="NanumGothic"/>
                <a:cs typeface="NanumGothic"/>
              </a:rPr>
              <a:t>확정·예상·확인 필요와 근거·기준일·검토주체를 함께 표시</a:t>
            </a:r>
            <a:endParaRPr sz="890"/>
          </a:p>
        </p:txBody>
      </p:sp>
      <p:sp>
        <p:nvSpPr>
          <p:cNvPr id="42" name="Shape 40">
            <a:extLst xmlns:a="http://schemas.openxmlformats.org/drawingml/2006/main">
              <a:ext uri="{FF2B5EF4-FFF2-40B4-BE49-F238E27FC236}">
                <a16:creationId xmlns:a16="http://schemas.microsoft.com/office/drawing/2014/main" id="{54BA1283-A58C-493A-86E5-B7835BDED281}"/>
              </a:ext>
            </a:extLst>
          </p:cNvPr>
          <p:cNvSpPr>
            <a:spLocks xmlns:a="http://schemas.openxmlformats.org/drawingml/2006/main" noGrp="1"/>
          </p:cNvSpPr>
          <p:nvPr/>
        </p:nvSpPr>
        <p:spPr>
          <a:xfrm xmlns:a="http://schemas.openxmlformats.org/drawingml/2006/main">
            <a:off x="758952" y="4133088"/>
            <a:ext cx="164592" cy="164592"/>
          </a:xfrm>
          <a:prstGeom xmlns:a="http://schemas.openxmlformats.org/drawingml/2006/main" prst="ellipse">
            <a:avLst/>
          </a:prstGeom>
          <a:solidFill xmlns:a="http://schemas.openxmlformats.org/drawingml/2006/main">
            <a:srgbClr val="39D98A"/>
          </a:solidFill>
          <a:ln xmlns:a="http://schemas.openxmlformats.org/drawingml/2006/main" w="12700">
            <a:solidFill>
              <a:srgbClr val="39D98A"/>
            </a:solidFill>
            <a:prstDash val="solid"/>
          </a:ln>
        </p:spPr>
      </p:sp>
      <p:sp>
        <p:nvSpPr>
          <p:cNvPr id="43" name="Text 41">
            <a:extLst xmlns:a="http://schemas.openxmlformats.org/drawingml/2006/main">
              <a:ext uri="{FF2B5EF4-FFF2-40B4-BE49-F238E27FC236}">
                <a16:creationId xmlns:a16="http://schemas.microsoft.com/office/drawing/2014/main" id="{29C3A93E-EB83-4EC0-A002-E9891E37B08A}"/>
              </a:ext>
            </a:extLst>
          </p:cNvPr>
          <p:cNvSpPr>
            <a:spLocks xmlns:a="http://schemas.openxmlformats.org/drawingml/2006/main" noGrp="1"/>
          </p:cNvSpPr>
          <p:nvPr/>
        </p:nvSpPr>
        <p:spPr>
          <a:xfrm xmlns:a="http://schemas.openxmlformats.org/drawingml/2006/main">
            <a:off x="749808" y="4105656"/>
            <a:ext cx="182880" cy="1737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00" b="1">
                <a:solidFill>
                  <a:srgbClr val="FFFFFF"/>
                </a:solidFill>
                <a:latin typeface="NanumGothic"/>
                <a:ea typeface="NanumGothic"/>
                <a:cs typeface="NanumGothic"/>
              </a:rPr>
              <a:t>✓</a:t>
            </a:r>
            <a:endParaRPr sz="800"/>
          </a:p>
        </p:txBody>
      </p:sp>
      <p:sp>
        <p:nvSpPr>
          <p:cNvPr id="44" name="Text 42">
            <a:extLst xmlns:a="http://schemas.openxmlformats.org/drawingml/2006/main">
              <a:ext uri="{FF2B5EF4-FFF2-40B4-BE49-F238E27FC236}">
                <a16:creationId xmlns:a16="http://schemas.microsoft.com/office/drawing/2014/main" id="{C2A6B107-106F-4615-B31D-16EDE8998A5D}"/>
              </a:ext>
            </a:extLst>
          </p:cNvPr>
          <p:cNvSpPr>
            <a:spLocks xmlns:a="http://schemas.openxmlformats.org/drawingml/2006/main" noGrp="1"/>
          </p:cNvSpPr>
          <p:nvPr/>
        </p:nvSpPr>
        <p:spPr>
          <a:xfrm xmlns:a="http://schemas.openxmlformats.org/drawingml/2006/main">
            <a:off x="1042416" y="4078224"/>
            <a:ext cx="431596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90">
                <a:solidFill>
                  <a:srgbClr val="172033"/>
                </a:solidFill>
                <a:latin typeface="NanumGothic"/>
                <a:ea typeface="NanumGothic"/>
                <a:cs typeface="NanumGothic"/>
              </a:rPr>
              <a:t>위험물·특수화물은 자동 계산을 중단하고 담당자 연결</a:t>
            </a:r>
            <a:endParaRPr sz="890"/>
          </a:p>
        </p:txBody>
      </p:sp>
      <p:sp>
        <p:nvSpPr>
          <p:cNvPr id="45" name="Shape 43">
            <a:extLst xmlns:a="http://schemas.openxmlformats.org/drawingml/2006/main">
              <a:ext uri="{FF2B5EF4-FFF2-40B4-BE49-F238E27FC236}">
                <a16:creationId xmlns:a16="http://schemas.microsoft.com/office/drawing/2014/main" id="{CD7EC687-58D1-425C-B744-1663D10BBAAF}"/>
              </a:ext>
            </a:extLst>
          </p:cNvPr>
          <p:cNvSpPr>
            <a:spLocks xmlns:a="http://schemas.openxmlformats.org/drawingml/2006/main" noGrp="1"/>
          </p:cNvSpPr>
          <p:nvPr/>
        </p:nvSpPr>
        <p:spPr>
          <a:xfrm xmlns:a="http://schemas.openxmlformats.org/drawingml/2006/main">
            <a:off x="758952" y="4462272"/>
            <a:ext cx="164592" cy="164592"/>
          </a:xfrm>
          <a:prstGeom xmlns:a="http://schemas.openxmlformats.org/drawingml/2006/main" prst="ellipse">
            <a:avLst/>
          </a:prstGeom>
          <a:solidFill xmlns:a="http://schemas.openxmlformats.org/drawingml/2006/main">
            <a:srgbClr val="39D98A"/>
          </a:solidFill>
          <a:ln xmlns:a="http://schemas.openxmlformats.org/drawingml/2006/main" w="12700">
            <a:solidFill>
              <a:srgbClr val="39D98A"/>
            </a:solidFill>
            <a:prstDash val="solid"/>
          </a:ln>
        </p:spPr>
      </p:sp>
      <p:sp>
        <p:nvSpPr>
          <p:cNvPr id="46" name="Text 44">
            <a:extLst xmlns:a="http://schemas.openxmlformats.org/drawingml/2006/main">
              <a:ext uri="{FF2B5EF4-FFF2-40B4-BE49-F238E27FC236}">
                <a16:creationId xmlns:a16="http://schemas.microsoft.com/office/drawing/2014/main" id="{BA88028D-3D6D-488C-94B6-56BE3AD8815D}"/>
              </a:ext>
            </a:extLst>
          </p:cNvPr>
          <p:cNvSpPr>
            <a:spLocks xmlns:a="http://schemas.openxmlformats.org/drawingml/2006/main" noGrp="1"/>
          </p:cNvSpPr>
          <p:nvPr/>
        </p:nvSpPr>
        <p:spPr>
          <a:xfrm xmlns:a="http://schemas.openxmlformats.org/drawingml/2006/main">
            <a:off x="749808" y="4434840"/>
            <a:ext cx="182880" cy="1737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00" b="1">
                <a:solidFill>
                  <a:srgbClr val="FFFFFF"/>
                </a:solidFill>
                <a:latin typeface="NanumGothic"/>
                <a:ea typeface="NanumGothic"/>
                <a:cs typeface="NanumGothic"/>
              </a:rPr>
              <a:t>✓</a:t>
            </a:r>
            <a:endParaRPr sz="800"/>
          </a:p>
        </p:txBody>
      </p:sp>
      <p:sp>
        <p:nvSpPr>
          <p:cNvPr id="47" name="Text 45">
            <a:extLst xmlns:a="http://schemas.openxmlformats.org/drawingml/2006/main">
              <a:ext uri="{FF2B5EF4-FFF2-40B4-BE49-F238E27FC236}">
                <a16:creationId xmlns:a16="http://schemas.microsoft.com/office/drawing/2014/main" id="{04A94071-07AC-4913-8663-B2C99B7442A0}"/>
              </a:ext>
            </a:extLst>
          </p:cNvPr>
          <p:cNvSpPr>
            <a:spLocks xmlns:a="http://schemas.openxmlformats.org/drawingml/2006/main" noGrp="1"/>
          </p:cNvSpPr>
          <p:nvPr/>
        </p:nvSpPr>
        <p:spPr>
          <a:xfrm xmlns:a="http://schemas.openxmlformats.org/drawingml/2006/main">
            <a:off x="1042416" y="4407408"/>
            <a:ext cx="431596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90">
                <a:solidFill>
                  <a:srgbClr val="172033"/>
                </a:solidFill>
                <a:latin typeface="NanumGothic"/>
                <a:ea typeface="NanumGothic"/>
                <a:cs typeface="NanumGothic"/>
              </a:rPr>
              <a:t>다른 회사명·품목·상세 주소·운임·연락처 비공개</a:t>
            </a:r>
            <a:endParaRPr sz="890"/>
          </a:p>
        </p:txBody>
      </p:sp>
      <p:sp>
        <p:nvSpPr>
          <p:cNvPr id="48" name="Shape 46">
            <a:extLst xmlns:a="http://schemas.openxmlformats.org/drawingml/2006/main">
              <a:ext uri="{FF2B5EF4-FFF2-40B4-BE49-F238E27FC236}">
                <a16:creationId xmlns:a16="http://schemas.microsoft.com/office/drawing/2014/main" id="{C330B0A9-B9F9-4732-89A6-D2F224FE955B}"/>
              </a:ext>
            </a:extLst>
          </p:cNvPr>
          <p:cNvSpPr>
            <a:spLocks xmlns:a="http://schemas.openxmlformats.org/drawingml/2006/main" noGrp="1"/>
          </p:cNvSpPr>
          <p:nvPr/>
        </p:nvSpPr>
        <p:spPr>
          <a:xfrm xmlns:a="http://schemas.openxmlformats.org/drawingml/2006/main">
            <a:off x="758952" y="4791456"/>
            <a:ext cx="164592" cy="164592"/>
          </a:xfrm>
          <a:prstGeom xmlns:a="http://schemas.openxmlformats.org/drawingml/2006/main" prst="ellipse">
            <a:avLst/>
          </a:prstGeom>
          <a:solidFill xmlns:a="http://schemas.openxmlformats.org/drawingml/2006/main">
            <a:srgbClr val="39D98A"/>
          </a:solidFill>
          <a:ln xmlns:a="http://schemas.openxmlformats.org/drawingml/2006/main" w="12700">
            <a:solidFill>
              <a:srgbClr val="39D98A"/>
            </a:solidFill>
            <a:prstDash val="solid"/>
          </a:ln>
        </p:spPr>
      </p:sp>
      <p:sp>
        <p:nvSpPr>
          <p:cNvPr id="49" name="Text 47">
            <a:extLst xmlns:a="http://schemas.openxmlformats.org/drawingml/2006/main">
              <a:ext uri="{FF2B5EF4-FFF2-40B4-BE49-F238E27FC236}">
                <a16:creationId xmlns:a16="http://schemas.microsoft.com/office/drawing/2014/main" id="{3FA9D595-8DCE-4DE9-A029-C650BA3E6F92}"/>
              </a:ext>
            </a:extLst>
          </p:cNvPr>
          <p:cNvSpPr>
            <a:spLocks xmlns:a="http://schemas.openxmlformats.org/drawingml/2006/main" noGrp="1"/>
          </p:cNvSpPr>
          <p:nvPr/>
        </p:nvSpPr>
        <p:spPr>
          <a:xfrm xmlns:a="http://schemas.openxmlformats.org/drawingml/2006/main">
            <a:off x="749808" y="4764024"/>
            <a:ext cx="182880" cy="1737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00" b="1">
                <a:solidFill>
                  <a:srgbClr val="FFFFFF"/>
                </a:solidFill>
                <a:latin typeface="NanumGothic"/>
                <a:ea typeface="NanumGothic"/>
                <a:cs typeface="NanumGothic"/>
              </a:rPr>
              <a:t>✓</a:t>
            </a:r>
            <a:endParaRPr sz="800"/>
          </a:p>
        </p:txBody>
      </p:sp>
      <p:sp>
        <p:nvSpPr>
          <p:cNvPr id="50" name="Text 48">
            <a:extLst xmlns:a="http://schemas.openxmlformats.org/drawingml/2006/main">
              <a:ext uri="{FF2B5EF4-FFF2-40B4-BE49-F238E27FC236}">
                <a16:creationId xmlns:a16="http://schemas.microsoft.com/office/drawing/2014/main" id="{71CEE527-7662-48E1-8CBC-CDB7393E23DB}"/>
              </a:ext>
            </a:extLst>
          </p:cNvPr>
          <p:cNvSpPr>
            <a:spLocks xmlns:a="http://schemas.openxmlformats.org/drawingml/2006/main" noGrp="1"/>
          </p:cNvSpPr>
          <p:nvPr/>
        </p:nvSpPr>
        <p:spPr>
          <a:xfrm xmlns:a="http://schemas.openxmlformats.org/drawingml/2006/main">
            <a:off x="1042416" y="4736592"/>
            <a:ext cx="431596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90">
                <a:solidFill>
                  <a:srgbClr val="172033"/>
                </a:solidFill>
                <a:latin typeface="NanumGothic"/>
                <a:ea typeface="NanumGothic"/>
                <a:cs typeface="NanumGothic"/>
              </a:rPr>
              <a:t>예약·계약·결제·배차를 자동 확정하지 않음</a:t>
            </a:r>
            <a:endParaRPr sz="890"/>
          </a:p>
        </p:txBody>
      </p:sp>
      <p:sp>
        <p:nvSpPr>
          <p:cNvPr id="51" name="Shape 49">
            <a:extLst xmlns:a="http://schemas.openxmlformats.org/drawingml/2006/main">
              <a:ext uri="{FF2B5EF4-FFF2-40B4-BE49-F238E27FC236}">
                <a16:creationId xmlns:a16="http://schemas.microsoft.com/office/drawing/2014/main" id="{2FA3D381-5236-428A-8EAD-8FBBDC3BAC64}"/>
              </a:ext>
            </a:extLst>
          </p:cNvPr>
          <p:cNvSpPr>
            <a:spLocks xmlns:a="http://schemas.openxmlformats.org/drawingml/2006/main" noGrp="1"/>
          </p:cNvSpPr>
          <p:nvPr/>
        </p:nvSpPr>
        <p:spPr>
          <a:xfrm xmlns:a="http://schemas.openxmlformats.org/drawingml/2006/main">
            <a:off x="5870448" y="3127248"/>
            <a:ext cx="2770632" cy="2112264"/>
          </a:xfrm>
          <a:prstGeom xmlns:a="http://schemas.openxmlformats.org/drawingml/2006/main" prst="roundRect">
            <a:avLst>
              <a:gd name="adj" fmla="val 3463"/>
            </a:avLst>
          </a:prstGeom>
          <a:solidFill xmlns:a="http://schemas.openxmlformats.org/drawingml/2006/main">
            <a:srgbClr val="0B1F3A"/>
          </a:solidFill>
          <a:ln xmlns:a="http://schemas.openxmlformats.org/drawingml/2006/main" w="10160">
            <a:solidFill>
              <a:srgbClr val="0B1F3A"/>
            </a:solidFill>
            <a:prstDash val="solid"/>
          </a:ln>
        </p:spPr>
      </p:sp>
      <p:sp>
        <p:nvSpPr>
          <p:cNvPr id="52" name="Text 50">
            <a:extLst xmlns:a="http://schemas.openxmlformats.org/drawingml/2006/main">
              <a:ext uri="{FF2B5EF4-FFF2-40B4-BE49-F238E27FC236}">
                <a16:creationId xmlns:a16="http://schemas.microsoft.com/office/drawing/2014/main" id="{AA52DF5D-FBA5-452F-9D3B-62EFA56C721A}"/>
              </a:ext>
            </a:extLst>
          </p:cNvPr>
          <p:cNvSpPr>
            <a:spLocks xmlns:a="http://schemas.openxmlformats.org/drawingml/2006/main" noGrp="1"/>
          </p:cNvSpPr>
          <p:nvPr/>
        </p:nvSpPr>
        <p:spPr>
          <a:xfrm xmlns:a="http://schemas.openxmlformats.org/drawingml/2006/main">
            <a:off x="6126480" y="3355848"/>
            <a:ext cx="16459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220" b="1">
                <a:solidFill>
                  <a:srgbClr val="FFFFFF"/>
                </a:solidFill>
                <a:latin typeface="NanumGothic"/>
                <a:ea typeface="NanumGothic"/>
                <a:cs typeface="NanumGothic"/>
              </a:rPr>
              <a:t>제출 정보</a:t>
            </a:r>
            <a:endParaRPr sz="1220"/>
          </a:p>
        </p:txBody>
      </p:sp>
      <p:sp>
        <p:nvSpPr>
          <p:cNvPr id="53" name="Text 51">
            <a:extLst xmlns:a="http://schemas.openxmlformats.org/drawingml/2006/main">
              <a:ext uri="{FF2B5EF4-FFF2-40B4-BE49-F238E27FC236}">
                <a16:creationId xmlns:a16="http://schemas.microsoft.com/office/drawing/2014/main" id="{102BD2C5-83C3-442D-B9A6-B9B727A3AD00}"/>
              </a:ext>
            </a:extLst>
          </p:cNvPr>
          <p:cNvSpPr>
            <a:spLocks xmlns:a="http://schemas.openxmlformats.org/drawingml/2006/main" noGrp="1"/>
          </p:cNvSpPr>
          <p:nvPr/>
        </p:nvSpPr>
        <p:spPr>
          <a:xfrm xmlns:a="http://schemas.openxmlformats.org/drawingml/2006/main">
            <a:off x="6126480" y="3813048"/>
            <a:ext cx="59436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20" b="1">
                <a:solidFill>
                  <a:srgbClr val="86B7FF"/>
                </a:solidFill>
                <a:latin typeface="NanumGothic"/>
                <a:ea typeface="NanumGothic"/>
                <a:cs typeface="NanumGothic"/>
              </a:rPr>
              <a:t>GitHub</a:t>
            </a:r>
            <a:endParaRPr sz="820"/>
          </a:p>
        </p:txBody>
      </p:sp>
      <p:sp>
        <p:nvSpPr>
          <p:cNvPr id="54" name="Text 52">
            <a:hlinkClick xmlns:r="http://schemas.openxmlformats.org/officeDocument/2006/relationships" xmlns:a="http://schemas.openxmlformats.org/drawingml/2006/main" r:id="Rfd4fcb5559e24fe8"/>
            <a:extLst xmlns:a="http://schemas.openxmlformats.org/drawingml/2006/main">
              <a:ext uri="{FF2B5EF4-FFF2-40B4-BE49-F238E27FC236}">
                <a16:creationId xmlns:a16="http://schemas.microsoft.com/office/drawing/2014/main" id="{97EBEDE3-6E48-46D6-8E30-7C19C5507B41}"/>
              </a:ext>
            </a:extLst>
          </p:cNvPr>
          <p:cNvSpPr>
            <a:spLocks xmlns:a="http://schemas.openxmlformats.org/drawingml/2006/main" noGrp="1"/>
          </p:cNvSpPr>
          <p:nvPr/>
        </p:nvSpPr>
        <p:spPr>
          <a:xfrm xmlns:a="http://schemas.openxmlformats.org/drawingml/2006/main">
            <a:off x="6126480" y="4041648"/>
            <a:ext cx="2249424"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40" u="sng">
                <a:solidFill>
                  <a:srgbClr val="FFFFFF"/>
                </a:solidFill>
                <a:latin typeface="NanumGothic"/>
                <a:ea typeface="NanumGothic"/>
                <a:cs typeface="NanumGothic"/>
                <a:hlinkClick xmlns:r="http://schemas.openxmlformats.org/officeDocument/2006/relationships" r:id="R0d427a03a2c444aa"/>
              </a:rPr>
              <a:t>github.com/tory-win/Galaxy_Express_99</a:t>
            </a:r>
            <a:endParaRPr sz="840"/>
          </a:p>
        </p:txBody>
      </p:sp>
      <p:sp>
        <p:nvSpPr>
          <p:cNvPr id="55" name="Text 53">
            <a:extLst xmlns:a="http://schemas.openxmlformats.org/drawingml/2006/main">
              <a:ext uri="{FF2B5EF4-FFF2-40B4-BE49-F238E27FC236}">
                <a16:creationId xmlns:a16="http://schemas.microsoft.com/office/drawing/2014/main" id="{CCCDE11C-8B74-41AD-BA6B-27556A55AF3A}"/>
              </a:ext>
            </a:extLst>
          </p:cNvPr>
          <p:cNvSpPr>
            <a:spLocks xmlns:a="http://schemas.openxmlformats.org/drawingml/2006/main" noGrp="1"/>
          </p:cNvSpPr>
          <p:nvPr/>
        </p:nvSpPr>
        <p:spPr>
          <a:xfrm xmlns:a="http://schemas.openxmlformats.org/drawingml/2006/main">
            <a:off x="6126480" y="4416552"/>
            <a:ext cx="82296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20" b="1">
                <a:solidFill>
                  <a:srgbClr val="39D98A"/>
                </a:solidFill>
                <a:latin typeface="NanumGothic"/>
                <a:ea typeface="NanumGothic"/>
                <a:cs typeface="NanumGothic"/>
              </a:rPr>
              <a:t>LIVE DEMO</a:t>
            </a:r>
            <a:endParaRPr sz="820"/>
          </a:p>
        </p:txBody>
      </p:sp>
      <p:sp>
        <p:nvSpPr>
          <p:cNvPr id="56" name="Text 54">
            <a:hlinkClick xmlns:r="http://schemas.openxmlformats.org/officeDocument/2006/relationships" xmlns:a="http://schemas.openxmlformats.org/drawingml/2006/main" r:id="R879de67f3bf943f4"/>
            <a:extLst xmlns:a="http://schemas.openxmlformats.org/drawingml/2006/main">
              <a:ext uri="{FF2B5EF4-FFF2-40B4-BE49-F238E27FC236}">
                <a16:creationId xmlns:a16="http://schemas.microsoft.com/office/drawing/2014/main" id="{E26D17C6-414A-48CB-91AD-3EB842BC582E}"/>
              </a:ext>
            </a:extLst>
          </p:cNvPr>
          <p:cNvSpPr>
            <a:spLocks xmlns:a="http://schemas.openxmlformats.org/drawingml/2006/main" noGrp="1"/>
          </p:cNvSpPr>
          <p:nvPr/>
        </p:nvSpPr>
        <p:spPr>
          <a:xfrm xmlns:a="http://schemas.openxmlformats.org/drawingml/2006/main">
            <a:off x="6126480" y="4636008"/>
            <a:ext cx="2249424" cy="2468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638" u="sng">
                <a:solidFill>
                  <a:srgbClr val="FFFFFF"/>
                </a:solidFill>
                <a:latin typeface="NanumGothic"/>
                <a:ea typeface="NanumGothic"/>
                <a:cs typeface="NanumGothic"/>
                <a:hlinkClick xmlns:r="http://schemas.openxmlformats.org/officeDocument/2006/relationships" r:id="R53a70714dea142db"/>
              </a:rPr>
              <a:t>…/preview/railpool-ai-demo.html</a:t>
            </a:r>
            <a:endParaRPr sz="750"/>
          </a:p>
        </p:txBody>
      </p:sp>
      <p:sp>
        <p:nvSpPr>
          <p:cNvPr id="57" name="Text 55">
            <a:extLst xmlns:a="http://schemas.openxmlformats.org/drawingml/2006/main">
              <a:ext uri="{FF2B5EF4-FFF2-40B4-BE49-F238E27FC236}">
                <a16:creationId xmlns:a16="http://schemas.microsoft.com/office/drawing/2014/main" id="{BD2C610E-CB4A-49A3-BB0D-DFBE679CC4F6}"/>
              </a:ext>
            </a:extLst>
          </p:cNvPr>
          <p:cNvSpPr>
            <a:spLocks xmlns:a="http://schemas.openxmlformats.org/drawingml/2006/main" noGrp="1"/>
          </p:cNvSpPr>
          <p:nvPr/>
        </p:nvSpPr>
        <p:spPr>
          <a:xfrm xmlns:a="http://schemas.openxmlformats.org/drawingml/2006/main">
            <a:off x="6126480" y="4974336"/>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13">
                <a:solidFill>
                  <a:srgbClr val="C8D7EA"/>
                </a:solidFill>
                <a:latin typeface="NanumGothic"/>
                <a:ea typeface="NanumGothic"/>
                <a:cs typeface="NanumGothic"/>
              </a:rPr>
              <a:t>2분 영상 · 공개 재생 검증</a:t>
            </a:r>
            <a:endParaRPr sz="810"/>
          </a:p>
        </p:txBody>
      </p:sp>
      <p:sp>
        <p:nvSpPr>
          <p:cNvPr id="58" name="Shape 56">
            <a:extLst xmlns:a="http://schemas.openxmlformats.org/drawingml/2006/main">
              <a:ext uri="{FF2B5EF4-FFF2-40B4-BE49-F238E27FC236}">
                <a16:creationId xmlns:a16="http://schemas.microsoft.com/office/drawing/2014/main" id="{7F41CA47-CC00-4382-94E6-ACD96742B549}"/>
              </a:ext>
            </a:extLst>
          </p:cNvPr>
          <p:cNvSpPr>
            <a:spLocks xmlns:a="http://schemas.openxmlformats.org/drawingml/2006/main" noGrp="1"/>
          </p:cNvSpPr>
          <p:nvPr/>
        </p:nvSpPr>
        <p:spPr>
          <a:xfrm xmlns:a="http://schemas.openxmlformats.org/drawingml/2006/main">
            <a:off x="502920" y="5559552"/>
            <a:ext cx="8138160" cy="566928"/>
          </a:xfrm>
          <a:prstGeom xmlns:a="http://schemas.openxmlformats.org/drawingml/2006/main" prst="roundRect">
            <a:avLst>
              <a:gd name="adj" fmla="val 12903"/>
            </a:avLst>
          </a:prstGeom>
          <a:solidFill xmlns:a="http://schemas.openxmlformats.org/drawingml/2006/main">
            <a:srgbClr val="1769FF"/>
          </a:solidFill>
          <a:ln xmlns:a="http://schemas.openxmlformats.org/drawingml/2006/main" w="10160">
            <a:solidFill>
              <a:srgbClr val="1769FF"/>
            </a:solidFill>
            <a:prstDash val="solid"/>
          </a:ln>
        </p:spPr>
      </p:sp>
      <p:sp>
        <p:nvSpPr>
          <p:cNvPr id="59" name="Text 57">
            <a:extLst xmlns:a="http://schemas.openxmlformats.org/drawingml/2006/main">
              <a:ext uri="{FF2B5EF4-FFF2-40B4-BE49-F238E27FC236}">
                <a16:creationId xmlns:a16="http://schemas.microsoft.com/office/drawing/2014/main" id="{7C1CA570-DC84-402A-81BD-334BAF597099}"/>
              </a:ext>
            </a:extLst>
          </p:cNvPr>
          <p:cNvSpPr>
            <a:spLocks xmlns:a="http://schemas.openxmlformats.org/drawingml/2006/main" noGrp="1"/>
          </p:cNvSpPr>
          <p:nvPr/>
        </p:nvSpPr>
        <p:spPr>
          <a:xfrm xmlns:a="http://schemas.openxmlformats.org/drawingml/2006/main">
            <a:off x="713232" y="5678424"/>
            <a:ext cx="7717536"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93350"/>
          </a:bodyPr>
          <a:lstStyle xmlns:a="http://schemas.openxmlformats.org/drawingml/2006/main"/>
          <a:p xmlns:a="http://schemas.openxmlformats.org/drawingml/2006/main">
            <a:pPr marL="0" indent="0" algn="ctr">
              <a:buNone/>
            </a:pPr>
            <a:r>
              <a:rPr sz="1275" b="1">
                <a:solidFill>
                  <a:srgbClr val="FFFFFF"/>
                </a:solidFill>
                <a:latin typeface="NanumGothic"/>
                <a:ea typeface="NanumGothic"/>
                <a:cs typeface="NanumGothic"/>
              </a:rPr>
              <a:t>“철도를 안내하는 AI가 아니라, 조건을 읽고 빈칸을 확인해 함께 보낼 조합과 실행 가능한 다음 행동을 제안하는 AI입니다.”</a:t>
            </a:r>
            <a:endParaRPr sz="1260"/>
          </a:p>
        </p:txBody>
      </p:sp>
      <p:sp>
        <p:nvSpPr>
          <p:cNvPr id="60" name="Shape 58">
            <a:extLst xmlns:a="http://schemas.openxmlformats.org/drawingml/2006/main">
              <a:ext uri="{FF2B5EF4-FFF2-40B4-BE49-F238E27FC236}">
                <a16:creationId xmlns:a16="http://schemas.microsoft.com/office/drawing/2014/main" id="{65D98B41-B1FC-4315-92FB-E2C7A4B385E4}"/>
              </a:ext>
            </a:extLst>
          </p:cNvPr>
          <p:cNvSpPr>
            <a:spLocks xmlns:a="http://schemas.openxmlformats.org/drawingml/2006/main" noGrp="1"/>
          </p:cNvSpPr>
          <p:nvPr/>
        </p:nvSpPr>
        <p:spPr>
          <a:xfrm xmlns:a="http://schemas.openxmlformats.org/drawingml/2006/main">
            <a:off x="475488" y="6437376"/>
            <a:ext cx="8193024" cy="0"/>
          </a:xfrm>
          <a:prstGeom xmlns:a="http://schemas.openxmlformats.org/drawingml/2006/main" prst="line">
            <a:avLst/>
          </a:prstGeom>
          <a:noFill xmlns:a="http://schemas.openxmlformats.org/drawingml/2006/main"/>
          <a:ln xmlns:a="http://schemas.openxmlformats.org/drawingml/2006/main" w="8890">
            <a:solidFill>
              <a:srgbClr val="D7DFEA"/>
            </a:solidFill>
            <a:prstDash val="solid"/>
          </a:ln>
        </p:spPr>
      </p:sp>
      <p:sp>
        <p:nvSpPr>
          <p:cNvPr id="61" name="Text 59">
            <a:extLst xmlns:a="http://schemas.openxmlformats.org/drawingml/2006/main">
              <a:ext uri="{FF2B5EF4-FFF2-40B4-BE49-F238E27FC236}">
                <a16:creationId xmlns:a16="http://schemas.microsoft.com/office/drawing/2014/main" id="{F48F8E9B-E0AE-4423-B417-CB851D278AE3}"/>
              </a:ext>
            </a:extLst>
          </p:cNvPr>
          <p:cNvSpPr>
            <a:spLocks xmlns:a="http://schemas.openxmlformats.org/drawingml/2006/main" noGrp="1"/>
          </p:cNvSpPr>
          <p:nvPr/>
        </p:nvSpPr>
        <p:spPr>
          <a:xfrm xmlns:a="http://schemas.openxmlformats.org/drawingml/2006/main">
            <a:off x="475488" y="6492240"/>
            <a:ext cx="388620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50">
                <a:solidFill>
                  <a:srgbClr val="667085"/>
                </a:solidFill>
                <a:latin typeface="NanumGothic"/>
                <a:ea typeface="NanumGothic"/>
                <a:cs typeface="NanumGothic"/>
              </a:rPr>
              <a:t>MOVE AI CHALLENGE 2026 · 레일물류 AI</a:t>
            </a:r>
            <a:endParaRPr sz="750"/>
          </a:p>
        </p:txBody>
      </p:sp>
      <p:sp>
        <p:nvSpPr>
          <p:cNvPr id="62" name="Text 60">
            <a:extLst xmlns:a="http://schemas.openxmlformats.org/drawingml/2006/main">
              <a:ext uri="{FF2B5EF4-FFF2-40B4-BE49-F238E27FC236}">
                <a16:creationId xmlns:a16="http://schemas.microsoft.com/office/drawing/2014/main" id="{C21C1327-F005-4592-A498-DDC5FD5DC55E}"/>
              </a:ext>
            </a:extLst>
          </p:cNvPr>
          <p:cNvSpPr>
            <a:spLocks xmlns:a="http://schemas.openxmlformats.org/drawingml/2006/main" noGrp="1"/>
          </p:cNvSpPr>
          <p:nvPr/>
        </p:nvSpPr>
        <p:spPr>
          <a:xfrm xmlns:a="http://schemas.openxmlformats.org/drawingml/2006/main">
            <a:off x="8229600" y="6492240"/>
            <a:ext cx="4114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750" b="1">
                <a:solidFill>
                  <a:srgbClr val="667085"/>
                </a:solidFill>
                <a:latin typeface="NanumGothic"/>
                <a:ea typeface="NanumGothic"/>
                <a:cs typeface="NanumGothic"/>
              </a:rPr>
              <a:t>13</a:t>
            </a:r>
            <a:endParaRPr sz="750"/>
          </a:p>
        </p:txBody>
      </p:sp>
    </p:spTree>
    <p:extLst>
      <p:ext uri="{BB962C8B-B14F-4D97-AF65-F5344CB8AC3E}">
        <p14:creationId xmlns:p14="http://schemas.microsoft.com/office/powerpoint/2010/main" val="97193988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anum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anum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2026-08-13T08:52:55.0960000Z</dcterms:created>
  <dcterms:modified xsi:type="dcterms:W3CDTF">2026-08-13T08:52:55.0960000Z</dcterms:modified>
</coreProperties>
</file>